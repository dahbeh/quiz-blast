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59" r:id="rId8"/>
    <p:sldId id="272" r:id="rId9"/>
    <p:sldId id="273" r:id="rId10"/>
    <p:sldId id="274" r:id="rId11"/>
    <p:sldId id="275" r:id="rId12"/>
    <p:sldId id="260" r:id="rId13"/>
    <p:sldId id="261" r:id="rId14"/>
    <p:sldId id="262" r:id="rId15"/>
    <p:sldId id="265" r:id="rId16"/>
    <p:sldId id="263" r:id="rId17"/>
    <p:sldId id="264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779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dedf325349322c2" providerId="LiveId" clId="{44E532F7-5A4A-47C2-82BB-19EF5D503D74}"/>
    <pc:docChg chg="undo redo custSel addSld delSld modSld sldOrd">
      <pc:chgData name="" userId="2dedf325349322c2" providerId="LiveId" clId="{44E532F7-5A4A-47C2-82BB-19EF5D503D74}" dt="2025-05-17T23:37:22.412" v="2149"/>
      <pc:docMkLst>
        <pc:docMk/>
      </pc:docMkLst>
      <pc:sldChg chg="addSp delSp modSp modTransition">
        <pc:chgData name="" userId="2dedf325349322c2" providerId="LiveId" clId="{44E532F7-5A4A-47C2-82BB-19EF5D503D74}" dt="2025-05-17T23:09:23.138" v="2055"/>
        <pc:sldMkLst>
          <pc:docMk/>
          <pc:sldMk cId="3480529738" sldId="256"/>
        </pc:sldMkLst>
        <pc:spChg chg="add del mod">
          <ac:chgData name="" userId="2dedf325349322c2" providerId="LiveId" clId="{44E532F7-5A4A-47C2-82BB-19EF5D503D74}" dt="2025-05-17T22:45:53.516" v="1958" actId="478"/>
          <ac:spMkLst>
            <pc:docMk/>
            <pc:sldMk cId="3480529738" sldId="256"/>
            <ac:spMk id="2" creationId="{C2021A2C-976C-443B-82CD-101FAE36DE18}"/>
          </ac:spMkLst>
        </pc:spChg>
        <pc:spChg chg="mod">
          <ac:chgData name="" userId="2dedf325349322c2" providerId="LiveId" clId="{44E532F7-5A4A-47C2-82BB-19EF5D503D74}" dt="2025-05-17T22:49:13.823" v="1962" actId="27636"/>
          <ac:spMkLst>
            <pc:docMk/>
            <pc:sldMk cId="3480529738" sldId="256"/>
            <ac:spMk id="5" creationId="{65FCB0AE-E474-4A85-AB75-2F36C7454AB3}"/>
          </ac:spMkLst>
        </pc:spChg>
        <pc:picChg chg="mod">
          <ac:chgData name="" userId="2dedf325349322c2" providerId="LiveId" clId="{44E532F7-5A4A-47C2-82BB-19EF5D503D74}" dt="2025-05-17T22:59:01.729" v="2021" actId="1076"/>
          <ac:picMkLst>
            <pc:docMk/>
            <pc:sldMk cId="3480529738" sldId="256"/>
            <ac:picMk id="1026" creationId="{29797399-91D2-4E99-B361-8457C2C485E1}"/>
          </ac:picMkLst>
        </pc:picChg>
      </pc:sldChg>
      <pc:sldChg chg="modTransition">
        <pc:chgData name="" userId="2dedf325349322c2" providerId="LiveId" clId="{44E532F7-5A4A-47C2-82BB-19EF5D503D74}" dt="2025-05-17T23:10:42.344" v="2060"/>
        <pc:sldMkLst>
          <pc:docMk/>
          <pc:sldMk cId="1145006054" sldId="257"/>
        </pc:sldMkLst>
      </pc:sldChg>
      <pc:sldChg chg="modSp modTransition">
        <pc:chgData name="" userId="2dedf325349322c2" providerId="LiveId" clId="{44E532F7-5A4A-47C2-82BB-19EF5D503D74}" dt="2025-05-17T23:35:17.527" v="2141" actId="207"/>
        <pc:sldMkLst>
          <pc:docMk/>
          <pc:sldMk cId="3018831600" sldId="258"/>
        </pc:sldMkLst>
        <pc:spChg chg="mod">
          <ac:chgData name="" userId="2dedf325349322c2" providerId="LiveId" clId="{44E532F7-5A4A-47C2-82BB-19EF5D503D74}" dt="2025-05-17T22:50:24.286" v="1976" actId="1076"/>
          <ac:spMkLst>
            <pc:docMk/>
            <pc:sldMk cId="3018831600" sldId="258"/>
            <ac:spMk id="2" creationId="{35F3C3BC-E84E-4498-9980-1AD5B82A6E23}"/>
          </ac:spMkLst>
        </pc:spChg>
        <pc:spChg chg="mod">
          <ac:chgData name="" userId="2dedf325349322c2" providerId="LiveId" clId="{44E532F7-5A4A-47C2-82BB-19EF5D503D74}" dt="2025-05-17T23:35:17.527" v="2141" actId="207"/>
          <ac:spMkLst>
            <pc:docMk/>
            <pc:sldMk cId="3018831600" sldId="258"/>
            <ac:spMk id="3" creationId="{A07CBAF2-F090-493A-9AB5-61F3C979D1FF}"/>
          </ac:spMkLst>
        </pc:spChg>
      </pc:sldChg>
      <pc:sldChg chg="modSp modTransition">
        <pc:chgData name="" userId="2dedf325349322c2" providerId="LiveId" clId="{44E532F7-5A4A-47C2-82BB-19EF5D503D74}" dt="2025-05-17T23:10:12.023" v="2059" actId="1076"/>
        <pc:sldMkLst>
          <pc:docMk/>
          <pc:sldMk cId="2659050485" sldId="259"/>
        </pc:sldMkLst>
        <pc:spChg chg="mod">
          <ac:chgData name="" userId="2dedf325349322c2" providerId="LiveId" clId="{44E532F7-5A4A-47C2-82BB-19EF5D503D74}" dt="2025-05-17T23:10:12.023" v="2059" actId="1076"/>
          <ac:spMkLst>
            <pc:docMk/>
            <pc:sldMk cId="2659050485" sldId="259"/>
            <ac:spMk id="2" creationId="{77B37B42-1181-46AF-A7CC-D1C991885C02}"/>
          </ac:spMkLst>
        </pc:spChg>
        <pc:spChg chg="mod">
          <ac:chgData name="" userId="2dedf325349322c2" providerId="LiveId" clId="{44E532F7-5A4A-47C2-82BB-19EF5D503D74}" dt="2025-05-17T23:10:03.679" v="2058" actId="1076"/>
          <ac:spMkLst>
            <pc:docMk/>
            <pc:sldMk cId="2659050485" sldId="259"/>
            <ac:spMk id="3" creationId="{48843841-E521-48E8-AB85-E631B4E5CC22}"/>
          </ac:spMkLst>
        </pc:spChg>
      </pc:sldChg>
      <pc:sldChg chg="modSp modTransition modAnim">
        <pc:chgData name="" userId="2dedf325349322c2" providerId="LiveId" clId="{44E532F7-5A4A-47C2-82BB-19EF5D503D74}" dt="2025-05-17T23:14:12.929" v="2081"/>
        <pc:sldMkLst>
          <pc:docMk/>
          <pc:sldMk cId="1893279480" sldId="260"/>
        </pc:sldMkLst>
        <pc:spChg chg="mod">
          <ac:chgData name="" userId="2dedf325349322c2" providerId="LiveId" clId="{44E532F7-5A4A-47C2-82BB-19EF5D503D74}" dt="2025-05-17T22:49:13.941" v="1965" actId="27636"/>
          <ac:spMkLst>
            <pc:docMk/>
            <pc:sldMk cId="1893279480" sldId="260"/>
            <ac:spMk id="2" creationId="{1D0F56C6-62F5-4B2B-BEC5-53C5F2DAB4BE}"/>
          </ac:spMkLst>
        </pc:spChg>
        <pc:spChg chg="mod">
          <ac:chgData name="" userId="2dedf325349322c2" providerId="LiveId" clId="{44E532F7-5A4A-47C2-82BB-19EF5D503D74}" dt="2025-05-17T11:36:10.127" v="1953" actId="14100"/>
          <ac:spMkLst>
            <pc:docMk/>
            <pc:sldMk cId="1893279480" sldId="260"/>
            <ac:spMk id="3" creationId="{25CC6620-B74C-4250-BECE-23FCAB682B1C}"/>
          </ac:spMkLst>
        </pc:spChg>
      </pc:sldChg>
      <pc:sldChg chg="addSp delSp modSp modTransition modAnim">
        <pc:chgData name="" userId="2dedf325349322c2" providerId="LiveId" clId="{44E532F7-5A4A-47C2-82BB-19EF5D503D74}" dt="2025-05-17T23:32:49.107" v="2137"/>
        <pc:sldMkLst>
          <pc:docMk/>
          <pc:sldMk cId="1484230076" sldId="261"/>
        </pc:sldMkLst>
        <pc:spChg chg="del">
          <ac:chgData name="" userId="2dedf325349322c2" providerId="LiveId" clId="{44E532F7-5A4A-47C2-82BB-19EF5D503D74}" dt="2025-05-17T09:27:40.433" v="0"/>
          <ac:spMkLst>
            <pc:docMk/>
            <pc:sldMk cId="1484230076" sldId="261"/>
            <ac:spMk id="2" creationId="{E3F7ADE0-8449-4C1B-ACFC-0680DC69A51D}"/>
          </ac:spMkLst>
        </pc:spChg>
        <pc:spChg chg="del">
          <ac:chgData name="" userId="2dedf325349322c2" providerId="LiveId" clId="{44E532F7-5A4A-47C2-82BB-19EF5D503D74}" dt="2025-05-17T09:27:40.433" v="0"/>
          <ac:spMkLst>
            <pc:docMk/>
            <pc:sldMk cId="1484230076" sldId="261"/>
            <ac:spMk id="3" creationId="{37925600-4D6C-48DE-BD9F-E30128FAFA10}"/>
          </ac:spMkLst>
        </pc:spChg>
        <pc:spChg chg="add del mod">
          <ac:chgData name="" userId="2dedf325349322c2" providerId="LiveId" clId="{44E532F7-5A4A-47C2-82BB-19EF5D503D74}" dt="2025-05-17T09:38:18.259" v="2" actId="478"/>
          <ac:spMkLst>
            <pc:docMk/>
            <pc:sldMk cId="1484230076" sldId="261"/>
            <ac:spMk id="4" creationId="{B97DB219-98E6-4A2C-A2DF-D0F92647D7C1}"/>
          </ac:spMkLst>
        </pc:spChg>
        <pc:spChg chg="add del mod">
          <ac:chgData name="" userId="2dedf325349322c2" providerId="LiveId" clId="{44E532F7-5A4A-47C2-82BB-19EF5D503D74}" dt="2025-05-17T09:39:16.505" v="16"/>
          <ac:spMkLst>
            <pc:docMk/>
            <pc:sldMk cId="1484230076" sldId="261"/>
            <ac:spMk id="5" creationId="{F2286705-B0A8-4F93-B608-EC3FE7A2DB4F}"/>
          </ac:spMkLst>
        </pc:spChg>
        <pc:spChg chg="add mod">
          <ac:chgData name="" userId="2dedf325349322c2" providerId="LiveId" clId="{44E532F7-5A4A-47C2-82BB-19EF5D503D74}" dt="2025-05-17T23:02:39.606" v="2040" actId="1076"/>
          <ac:spMkLst>
            <pc:docMk/>
            <pc:sldMk cId="1484230076" sldId="261"/>
            <ac:spMk id="6" creationId="{856F606B-4D46-4E99-B859-B26C2AFD0B5B}"/>
          </ac:spMkLst>
        </pc:spChg>
        <pc:spChg chg="add del mod">
          <ac:chgData name="" userId="2dedf325349322c2" providerId="LiveId" clId="{44E532F7-5A4A-47C2-82BB-19EF5D503D74}" dt="2025-05-17T09:39:41.805" v="18" actId="478"/>
          <ac:spMkLst>
            <pc:docMk/>
            <pc:sldMk cId="1484230076" sldId="261"/>
            <ac:spMk id="7" creationId="{8483F782-1E7D-46AC-88A2-9D588969087D}"/>
          </ac:spMkLst>
        </pc:spChg>
        <pc:picChg chg="add del">
          <ac:chgData name="" userId="2dedf325349322c2" providerId="LiveId" clId="{44E532F7-5A4A-47C2-82BB-19EF5D503D74}" dt="2025-05-17T09:38:18.259" v="2" actId="478"/>
          <ac:picMkLst>
            <pc:docMk/>
            <pc:sldMk cId="1484230076" sldId="261"/>
            <ac:picMk id="1026" creationId="{FD82E3E9-A3C6-4174-8112-4FD877E38197}"/>
          </ac:picMkLst>
        </pc:picChg>
        <pc:picChg chg="add mod">
          <ac:chgData name="" userId="2dedf325349322c2" providerId="LiveId" clId="{44E532F7-5A4A-47C2-82BB-19EF5D503D74}" dt="2025-05-17T23:32:25.188" v="2134" actId="1076"/>
          <ac:picMkLst>
            <pc:docMk/>
            <pc:sldMk cId="1484230076" sldId="261"/>
            <ac:picMk id="1028" creationId="{72304D04-AAB9-4549-AF7B-5AEEC8603E1A}"/>
          </ac:picMkLst>
        </pc:picChg>
      </pc:sldChg>
      <pc:sldChg chg="addSp delSp modSp add modTransition modAnim">
        <pc:chgData name="" userId="2dedf325349322c2" providerId="LiveId" clId="{44E532F7-5A4A-47C2-82BB-19EF5D503D74}" dt="2025-05-17T23:28:05.592" v="2130" actId="113"/>
        <pc:sldMkLst>
          <pc:docMk/>
          <pc:sldMk cId="3533498925" sldId="262"/>
        </pc:sldMkLst>
        <pc:spChg chg="mod">
          <ac:chgData name="" userId="2dedf325349322c2" providerId="LiveId" clId="{44E532F7-5A4A-47C2-82BB-19EF5D503D74}" dt="2025-05-17T23:27:29.621" v="2127" actId="1076"/>
          <ac:spMkLst>
            <pc:docMk/>
            <pc:sldMk cId="3533498925" sldId="262"/>
            <ac:spMk id="2" creationId="{0444056B-E959-4C20-BB63-C0BBE037E4FA}"/>
          </ac:spMkLst>
        </pc:spChg>
        <pc:spChg chg="del">
          <ac:chgData name="" userId="2dedf325349322c2" providerId="LiveId" clId="{44E532F7-5A4A-47C2-82BB-19EF5D503D74}" dt="2025-05-17T09:56:14.191" v="198"/>
          <ac:spMkLst>
            <pc:docMk/>
            <pc:sldMk cId="3533498925" sldId="262"/>
            <ac:spMk id="3" creationId="{D3F69E51-8A89-4F3A-9D56-39EF9DBEBBF1}"/>
          </ac:spMkLst>
        </pc:spChg>
        <pc:spChg chg="add del mod">
          <ac:chgData name="" userId="2dedf325349322c2" providerId="LiveId" clId="{44E532F7-5A4A-47C2-82BB-19EF5D503D74}" dt="2025-05-17T09:57:11.336" v="258"/>
          <ac:spMkLst>
            <pc:docMk/>
            <pc:sldMk cId="3533498925" sldId="262"/>
            <ac:spMk id="4" creationId="{F8A6AD53-7054-4E73-B9F2-D64D894A168D}"/>
          </ac:spMkLst>
        </pc:spChg>
        <pc:spChg chg="add del mod">
          <ac:chgData name="" userId="2dedf325349322c2" providerId="LiveId" clId="{44E532F7-5A4A-47C2-82BB-19EF5D503D74}" dt="2025-05-17T23:28:05.592" v="2130" actId="113"/>
          <ac:spMkLst>
            <pc:docMk/>
            <pc:sldMk cId="3533498925" sldId="262"/>
            <ac:spMk id="5" creationId="{41CC0619-441E-4551-A72F-19B78A4B6340}"/>
          </ac:spMkLst>
        </pc:spChg>
        <pc:spChg chg="add del mod">
          <ac:chgData name="" userId="2dedf325349322c2" providerId="LiveId" clId="{44E532F7-5A4A-47C2-82BB-19EF5D503D74}" dt="2025-05-17T09:57:19.725" v="259"/>
          <ac:spMkLst>
            <pc:docMk/>
            <pc:sldMk cId="3533498925" sldId="262"/>
            <ac:spMk id="6" creationId="{438CC76B-1EDF-4200-95DB-63F191740ADE}"/>
          </ac:spMkLst>
        </pc:spChg>
        <pc:spChg chg="add del mod">
          <ac:chgData name="" userId="2dedf325349322c2" providerId="LiveId" clId="{44E532F7-5A4A-47C2-82BB-19EF5D503D74}" dt="2025-05-17T09:57:19.725" v="259"/>
          <ac:spMkLst>
            <pc:docMk/>
            <pc:sldMk cId="3533498925" sldId="262"/>
            <ac:spMk id="7" creationId="{497BAA1D-8242-4505-BD5E-F0E6523D3F04}"/>
          </ac:spMkLst>
        </pc:spChg>
        <pc:spChg chg="add mod">
          <ac:chgData name="" userId="2dedf325349322c2" providerId="LiveId" clId="{44E532F7-5A4A-47C2-82BB-19EF5D503D74}" dt="2025-05-17T10:02:47.354" v="280" actId="20577"/>
          <ac:spMkLst>
            <pc:docMk/>
            <pc:sldMk cId="3533498925" sldId="262"/>
            <ac:spMk id="8" creationId="{4D0C2C6A-1B2F-4825-8AC8-23391700FA3C}"/>
          </ac:spMkLst>
        </pc:spChg>
        <pc:spChg chg="add del mod">
          <ac:chgData name="" userId="2dedf325349322c2" providerId="LiveId" clId="{44E532F7-5A4A-47C2-82BB-19EF5D503D74}" dt="2025-05-17T10:02:40.237" v="278"/>
          <ac:spMkLst>
            <pc:docMk/>
            <pc:sldMk cId="3533498925" sldId="262"/>
            <ac:spMk id="9" creationId="{8D4FD442-71AE-48BC-9E8D-AE5F6C6ABE38}"/>
          </ac:spMkLst>
        </pc:spChg>
        <pc:spChg chg="add del mod">
          <ac:chgData name="" userId="2dedf325349322c2" providerId="LiveId" clId="{44E532F7-5A4A-47C2-82BB-19EF5D503D74}" dt="2025-05-17T10:02:40.237" v="278"/>
          <ac:spMkLst>
            <pc:docMk/>
            <pc:sldMk cId="3533498925" sldId="262"/>
            <ac:spMk id="10" creationId="{06544932-FDAC-466F-ABAD-164425119564}"/>
          </ac:spMkLst>
        </pc:spChg>
        <pc:spChg chg="add del mod">
          <ac:chgData name="" userId="2dedf325349322c2" providerId="LiveId" clId="{44E532F7-5A4A-47C2-82BB-19EF5D503D74}" dt="2025-05-17T10:02:41.387" v="279"/>
          <ac:spMkLst>
            <pc:docMk/>
            <pc:sldMk cId="3533498925" sldId="262"/>
            <ac:spMk id="11" creationId="{3EC1022D-A16D-48A9-9ADC-A98EB5A27999}"/>
          </ac:spMkLst>
        </pc:spChg>
        <pc:spChg chg="add del mod">
          <ac:chgData name="" userId="2dedf325349322c2" providerId="LiveId" clId="{44E532F7-5A4A-47C2-82BB-19EF5D503D74}" dt="2025-05-17T10:02:41.387" v="279"/>
          <ac:spMkLst>
            <pc:docMk/>
            <pc:sldMk cId="3533498925" sldId="262"/>
            <ac:spMk id="12" creationId="{735D4377-C0C5-4849-BF57-C24FA89C88AA}"/>
          </ac:spMkLst>
        </pc:spChg>
        <pc:spChg chg="add mod">
          <ac:chgData name="" userId="2dedf325349322c2" providerId="LiveId" clId="{44E532F7-5A4A-47C2-82BB-19EF5D503D74}" dt="2025-05-17T10:02:56.851" v="282" actId="20577"/>
          <ac:spMkLst>
            <pc:docMk/>
            <pc:sldMk cId="3533498925" sldId="262"/>
            <ac:spMk id="13" creationId="{D9D3C160-2644-4D35-B0EB-1831C3EAEA70}"/>
          </ac:spMkLst>
        </pc:spChg>
        <pc:spChg chg="add mod">
          <ac:chgData name="" userId="2dedf325349322c2" providerId="LiveId" clId="{44E532F7-5A4A-47C2-82BB-19EF5D503D74}" dt="2025-05-17T10:03:12.477" v="286" actId="1076"/>
          <ac:spMkLst>
            <pc:docMk/>
            <pc:sldMk cId="3533498925" sldId="262"/>
            <ac:spMk id="14" creationId="{8368DDEF-DB9F-45E6-A423-8A1621F74325}"/>
          </ac:spMkLst>
        </pc:spChg>
        <pc:spChg chg="add mod">
          <ac:chgData name="" userId="2dedf325349322c2" providerId="LiveId" clId="{44E532F7-5A4A-47C2-82BB-19EF5D503D74}" dt="2025-05-17T10:05:18.933" v="289" actId="20577"/>
          <ac:spMkLst>
            <pc:docMk/>
            <pc:sldMk cId="3533498925" sldId="262"/>
            <ac:spMk id="15" creationId="{E2B789F4-FCBA-4642-82ED-92B4A4D90972}"/>
          </ac:spMkLst>
        </pc:spChg>
        <pc:spChg chg="add mod">
          <ac:chgData name="" userId="2dedf325349322c2" providerId="LiveId" clId="{44E532F7-5A4A-47C2-82BB-19EF5D503D74}" dt="2025-05-17T10:26:08.985" v="551" actId="20577"/>
          <ac:spMkLst>
            <pc:docMk/>
            <pc:sldMk cId="3533498925" sldId="262"/>
            <ac:spMk id="16" creationId="{54906C2B-E875-49B1-ADCF-E12A02BF9186}"/>
          </ac:spMkLst>
        </pc:spChg>
        <pc:spChg chg="add del mod">
          <ac:chgData name="" userId="2dedf325349322c2" providerId="LiveId" clId="{44E532F7-5A4A-47C2-82BB-19EF5D503D74}" dt="2025-05-17T10:25:59.024" v="550"/>
          <ac:spMkLst>
            <pc:docMk/>
            <pc:sldMk cId="3533498925" sldId="262"/>
            <ac:spMk id="17" creationId="{96B7CCFA-A431-42B2-946B-FC7807AABB30}"/>
          </ac:spMkLst>
        </pc:spChg>
        <pc:spChg chg="add del mod">
          <ac:chgData name="" userId="2dedf325349322c2" providerId="LiveId" clId="{44E532F7-5A4A-47C2-82BB-19EF5D503D74}" dt="2025-05-17T10:25:59.024" v="550"/>
          <ac:spMkLst>
            <pc:docMk/>
            <pc:sldMk cId="3533498925" sldId="262"/>
            <ac:spMk id="18" creationId="{E13C03AD-AF55-4B25-820C-8D1DF78C5292}"/>
          </ac:spMkLst>
        </pc:spChg>
      </pc:sldChg>
      <pc:sldChg chg="modSp add ord">
        <pc:chgData name="" userId="2dedf325349322c2" providerId="LiveId" clId="{44E532F7-5A4A-47C2-82BB-19EF5D503D74}" dt="2025-05-17T23:02:42.767" v="2041"/>
        <pc:sldMkLst>
          <pc:docMk/>
          <pc:sldMk cId="21615649" sldId="263"/>
        </pc:sldMkLst>
        <pc:spChg chg="mod">
          <ac:chgData name="" userId="2dedf325349322c2" providerId="LiveId" clId="{44E532F7-5A4A-47C2-82BB-19EF5D503D74}" dt="2025-05-17T22:49:13.983" v="1967" actId="27636"/>
          <ac:spMkLst>
            <pc:docMk/>
            <pc:sldMk cId="21615649" sldId="263"/>
            <ac:spMk id="2" creationId="{8F65C803-5D8A-4C4B-8A18-7C129739BB8B}"/>
          </ac:spMkLst>
        </pc:spChg>
        <pc:spChg chg="mod">
          <ac:chgData name="" userId="2dedf325349322c2" providerId="LiveId" clId="{44E532F7-5A4A-47C2-82BB-19EF5D503D74}" dt="2025-05-17T10:47:25.222" v="961" actId="20577"/>
          <ac:spMkLst>
            <pc:docMk/>
            <pc:sldMk cId="21615649" sldId="263"/>
            <ac:spMk id="3" creationId="{34DD526A-76AB-41D6-8DA3-83755DD0AEA2}"/>
          </ac:spMkLst>
        </pc:spChg>
      </pc:sldChg>
      <pc:sldChg chg="modSp add modTransition">
        <pc:chgData name="" userId="2dedf325349322c2" providerId="LiveId" clId="{44E532F7-5A4A-47C2-82BB-19EF5D503D74}" dt="2025-05-17T23:19:17.477" v="2108"/>
        <pc:sldMkLst>
          <pc:docMk/>
          <pc:sldMk cId="3224406063" sldId="264"/>
        </pc:sldMkLst>
        <pc:spChg chg="mod">
          <ac:chgData name="" userId="2dedf325349322c2" providerId="LiveId" clId="{44E532F7-5A4A-47C2-82BB-19EF5D503D74}" dt="2025-05-17T10:40:51.430" v="835" actId="20577"/>
          <ac:spMkLst>
            <pc:docMk/>
            <pc:sldMk cId="3224406063" sldId="264"/>
            <ac:spMk id="2" creationId="{CE28B3EC-2CE6-4A30-BEDE-C19FD2529FB2}"/>
          </ac:spMkLst>
        </pc:spChg>
        <pc:spChg chg="mod">
          <ac:chgData name="" userId="2dedf325349322c2" providerId="LiveId" clId="{44E532F7-5A4A-47C2-82BB-19EF5D503D74}" dt="2025-05-17T10:52:51.982" v="1113" actId="255"/>
          <ac:spMkLst>
            <pc:docMk/>
            <pc:sldMk cId="3224406063" sldId="264"/>
            <ac:spMk id="3" creationId="{54CCC845-15A0-4570-A6F1-A98E5649CBAD}"/>
          </ac:spMkLst>
        </pc:spChg>
      </pc:sldChg>
      <pc:sldChg chg="addSp delSp modSp add ord modTransition modAnim">
        <pc:chgData name="" userId="2dedf325349322c2" providerId="LiveId" clId="{44E532F7-5A4A-47C2-82BB-19EF5D503D74}" dt="2025-05-17T23:30:32.484" v="2133"/>
        <pc:sldMkLst>
          <pc:docMk/>
          <pc:sldMk cId="3028740393" sldId="265"/>
        </pc:sldMkLst>
        <pc:spChg chg="mod">
          <ac:chgData name="" userId="2dedf325349322c2" providerId="LiveId" clId="{44E532F7-5A4A-47C2-82BB-19EF5D503D74}" dt="2025-05-17T23:03:03.991" v="2042" actId="1076"/>
          <ac:spMkLst>
            <pc:docMk/>
            <pc:sldMk cId="3028740393" sldId="265"/>
            <ac:spMk id="2" creationId="{FC2375FD-C414-4847-B573-AEFB3E971779}"/>
          </ac:spMkLst>
        </pc:spChg>
        <pc:spChg chg="mod">
          <ac:chgData name="" userId="2dedf325349322c2" providerId="LiveId" clId="{44E532F7-5A4A-47C2-82BB-19EF5D503D74}" dt="2025-05-17T23:03:45.753" v="2043" actId="2711"/>
          <ac:spMkLst>
            <pc:docMk/>
            <pc:sldMk cId="3028740393" sldId="265"/>
            <ac:spMk id="3" creationId="{F2180BDD-C48C-4304-A1EF-E3D8C09B178C}"/>
          </ac:spMkLst>
        </pc:spChg>
        <pc:spChg chg="add del mod">
          <ac:chgData name="" userId="2dedf325349322c2" providerId="LiveId" clId="{44E532F7-5A4A-47C2-82BB-19EF5D503D74}" dt="2025-05-17T10:49:00.377" v="1008"/>
          <ac:spMkLst>
            <pc:docMk/>
            <pc:sldMk cId="3028740393" sldId="265"/>
            <ac:spMk id="4" creationId="{B1BB25ED-C143-48DB-8315-0E93E949EEFB}"/>
          </ac:spMkLst>
        </pc:spChg>
        <pc:spChg chg="add del mod">
          <ac:chgData name="" userId="2dedf325349322c2" providerId="LiveId" clId="{44E532F7-5A4A-47C2-82BB-19EF5D503D74}" dt="2025-05-17T10:49:00.377" v="1008"/>
          <ac:spMkLst>
            <pc:docMk/>
            <pc:sldMk cId="3028740393" sldId="265"/>
            <ac:spMk id="5" creationId="{D4F8C5C8-DAF0-4BA0-A618-F339B7DA0A5F}"/>
          </ac:spMkLst>
        </pc:spChg>
      </pc:sldChg>
      <pc:sldChg chg="modSp add modTransition">
        <pc:chgData name="" userId="2dedf325349322c2" providerId="LiveId" clId="{44E532F7-5A4A-47C2-82BB-19EF5D503D74}" dt="2025-05-17T23:19:27.825" v="2109"/>
        <pc:sldMkLst>
          <pc:docMk/>
          <pc:sldMk cId="4232484303" sldId="266"/>
        </pc:sldMkLst>
        <pc:spChg chg="mod">
          <ac:chgData name="" userId="2dedf325349322c2" providerId="LiveId" clId="{44E532F7-5A4A-47C2-82BB-19EF5D503D74}" dt="2025-05-17T10:53:47.830" v="1133" actId="20577"/>
          <ac:spMkLst>
            <pc:docMk/>
            <pc:sldMk cId="4232484303" sldId="266"/>
            <ac:spMk id="2" creationId="{D44D1C2B-8002-47A0-83C5-624B54E9AD70}"/>
          </ac:spMkLst>
        </pc:spChg>
        <pc:spChg chg="mod">
          <ac:chgData name="" userId="2dedf325349322c2" providerId="LiveId" clId="{44E532F7-5A4A-47C2-82BB-19EF5D503D74}" dt="2025-05-17T10:55:33.458" v="1195" actId="255"/>
          <ac:spMkLst>
            <pc:docMk/>
            <pc:sldMk cId="4232484303" sldId="266"/>
            <ac:spMk id="3" creationId="{78C1B84C-070C-4885-AB88-C70EA11294FC}"/>
          </ac:spMkLst>
        </pc:spChg>
      </pc:sldChg>
      <pc:sldChg chg="modSp add modTransition">
        <pc:chgData name="" userId="2dedf325349322c2" providerId="LiveId" clId="{44E532F7-5A4A-47C2-82BB-19EF5D503D74}" dt="2025-05-17T23:19:32.322" v="2110"/>
        <pc:sldMkLst>
          <pc:docMk/>
          <pc:sldMk cId="3171118354" sldId="267"/>
        </pc:sldMkLst>
        <pc:spChg chg="mod">
          <ac:chgData name="" userId="2dedf325349322c2" providerId="LiveId" clId="{44E532F7-5A4A-47C2-82BB-19EF5D503D74}" dt="2025-05-17T10:56:07.110" v="1205" actId="20577"/>
          <ac:spMkLst>
            <pc:docMk/>
            <pc:sldMk cId="3171118354" sldId="267"/>
            <ac:spMk id="2" creationId="{38666FA5-E166-4227-9FCE-6C226FFC7A22}"/>
          </ac:spMkLst>
        </pc:spChg>
        <pc:spChg chg="mod">
          <ac:chgData name="" userId="2dedf325349322c2" providerId="LiveId" clId="{44E532F7-5A4A-47C2-82BB-19EF5D503D74}" dt="2025-05-17T22:49:13.994" v="1968" actId="27636"/>
          <ac:spMkLst>
            <pc:docMk/>
            <pc:sldMk cId="3171118354" sldId="267"/>
            <ac:spMk id="3" creationId="{25077442-A4A3-46D7-872F-AC020D4697F9}"/>
          </ac:spMkLst>
        </pc:spChg>
      </pc:sldChg>
      <pc:sldChg chg="addSp delSp modSp add modTransition modAnim">
        <pc:chgData name="" userId="2dedf325349322c2" providerId="LiveId" clId="{44E532F7-5A4A-47C2-82BB-19EF5D503D74}" dt="2025-05-17T23:20:32.966" v="2115"/>
        <pc:sldMkLst>
          <pc:docMk/>
          <pc:sldMk cId="1944381258" sldId="268"/>
        </pc:sldMkLst>
        <pc:spChg chg="del">
          <ac:chgData name="" userId="2dedf325349322c2" providerId="LiveId" clId="{44E532F7-5A4A-47C2-82BB-19EF5D503D74}" dt="2025-05-17T10:59:37.257" v="1289"/>
          <ac:spMkLst>
            <pc:docMk/>
            <pc:sldMk cId="1944381258" sldId="268"/>
            <ac:spMk id="2" creationId="{026922AB-6330-4DC2-A631-474A883EE9EE}"/>
          </ac:spMkLst>
        </pc:spChg>
        <pc:spChg chg="del">
          <ac:chgData name="" userId="2dedf325349322c2" providerId="LiveId" clId="{44E532F7-5A4A-47C2-82BB-19EF5D503D74}" dt="2025-05-17T10:59:37.257" v="1289"/>
          <ac:spMkLst>
            <pc:docMk/>
            <pc:sldMk cId="1944381258" sldId="268"/>
            <ac:spMk id="3" creationId="{B161CA57-4800-45E2-926E-98B1E460F7E7}"/>
          </ac:spMkLst>
        </pc:spChg>
        <pc:spChg chg="add del mod">
          <ac:chgData name="" userId="2dedf325349322c2" providerId="LiveId" clId="{44E532F7-5A4A-47C2-82BB-19EF5D503D74}" dt="2025-05-17T10:59:41.163" v="1290"/>
          <ac:spMkLst>
            <pc:docMk/>
            <pc:sldMk cId="1944381258" sldId="268"/>
            <ac:spMk id="4" creationId="{31767C6C-0304-4F9B-8F57-4F91C6CDEF38}"/>
          </ac:spMkLst>
        </pc:spChg>
        <pc:spChg chg="add del mod">
          <ac:chgData name="" userId="2dedf325349322c2" providerId="LiveId" clId="{44E532F7-5A4A-47C2-82BB-19EF5D503D74}" dt="2025-05-17T10:59:41.163" v="1290"/>
          <ac:spMkLst>
            <pc:docMk/>
            <pc:sldMk cId="1944381258" sldId="268"/>
            <ac:spMk id="5" creationId="{B103FECD-B814-43A0-B29A-7A315A6DEC32}"/>
          </ac:spMkLst>
        </pc:spChg>
        <pc:spChg chg="add del mod">
          <ac:chgData name="" userId="2dedf325349322c2" providerId="LiveId" clId="{44E532F7-5A4A-47C2-82BB-19EF5D503D74}" dt="2025-05-17T10:59:50.653" v="1291"/>
          <ac:spMkLst>
            <pc:docMk/>
            <pc:sldMk cId="1944381258" sldId="268"/>
            <ac:spMk id="6" creationId="{6FFEE18B-CDC9-4B54-A784-9C763F699817}"/>
          </ac:spMkLst>
        </pc:spChg>
        <pc:spChg chg="add mod">
          <ac:chgData name="" userId="2dedf325349322c2" providerId="LiveId" clId="{44E532F7-5A4A-47C2-82BB-19EF5D503D74}" dt="2025-05-17T23:07:26.982" v="2048" actId="1076"/>
          <ac:spMkLst>
            <pc:docMk/>
            <pc:sldMk cId="1944381258" sldId="268"/>
            <ac:spMk id="7" creationId="{BC4916DB-060C-4AD6-BBAF-4E03BA11AB94}"/>
          </ac:spMkLst>
        </pc:spChg>
      </pc:sldChg>
      <pc:sldChg chg="addSp delSp modSp add ord modTransition">
        <pc:chgData name="" userId="2dedf325349322c2" providerId="LiveId" clId="{44E532F7-5A4A-47C2-82BB-19EF5D503D74}" dt="2025-05-17T23:11:00.824" v="2063"/>
        <pc:sldMkLst>
          <pc:docMk/>
          <pc:sldMk cId="1224098333" sldId="269"/>
        </pc:sldMkLst>
        <pc:spChg chg="del">
          <ac:chgData name="" userId="2dedf325349322c2" providerId="LiveId" clId="{44E532F7-5A4A-47C2-82BB-19EF5D503D74}" dt="2025-05-17T11:04:01.889" v="1337"/>
          <ac:spMkLst>
            <pc:docMk/>
            <pc:sldMk cId="1224098333" sldId="269"/>
            <ac:spMk id="2" creationId="{595D22E0-12B8-424A-9978-E3F116EE7FB1}"/>
          </ac:spMkLst>
        </pc:spChg>
        <pc:spChg chg="del">
          <ac:chgData name="" userId="2dedf325349322c2" providerId="LiveId" clId="{44E532F7-5A4A-47C2-82BB-19EF5D503D74}" dt="2025-05-17T11:04:01.889" v="1337"/>
          <ac:spMkLst>
            <pc:docMk/>
            <pc:sldMk cId="1224098333" sldId="269"/>
            <ac:spMk id="3" creationId="{F6398DD5-259E-4E85-AE48-305C5C04A4D4}"/>
          </ac:spMkLst>
        </pc:spChg>
        <pc:spChg chg="add del mod">
          <ac:chgData name="" userId="2dedf325349322c2" providerId="LiveId" clId="{44E532F7-5A4A-47C2-82BB-19EF5D503D74}" dt="2025-05-17T11:04:11.041" v="1338"/>
          <ac:spMkLst>
            <pc:docMk/>
            <pc:sldMk cId="1224098333" sldId="269"/>
            <ac:spMk id="4" creationId="{A46090F1-EE15-4FA1-9CF5-05FA6B547AD9}"/>
          </ac:spMkLst>
        </pc:spChg>
        <pc:spChg chg="add del mod">
          <ac:chgData name="" userId="2dedf325349322c2" providerId="LiveId" clId="{44E532F7-5A4A-47C2-82BB-19EF5D503D74}" dt="2025-05-17T11:04:11.041" v="1338"/>
          <ac:spMkLst>
            <pc:docMk/>
            <pc:sldMk cId="1224098333" sldId="269"/>
            <ac:spMk id="5" creationId="{5BE97082-40A1-4A3C-8B26-CF182AC4EEDD}"/>
          </ac:spMkLst>
        </pc:spChg>
        <pc:spChg chg="add mod">
          <ac:chgData name="" userId="2dedf325349322c2" providerId="LiveId" clId="{44E532F7-5A4A-47C2-82BB-19EF5D503D74}" dt="2025-05-17T22:52:30.164" v="1979" actId="1036"/>
          <ac:spMkLst>
            <pc:docMk/>
            <pc:sldMk cId="1224098333" sldId="269"/>
            <ac:spMk id="6" creationId="{A557BBB9-6DB3-4E85-B488-660542FE51DD}"/>
          </ac:spMkLst>
        </pc:spChg>
        <pc:spChg chg="add del mod">
          <ac:chgData name="" userId="2dedf325349322c2" providerId="LiveId" clId="{44E532F7-5A4A-47C2-82BB-19EF5D503D74}" dt="2025-05-17T11:08:28.369" v="1449" actId="478"/>
          <ac:spMkLst>
            <pc:docMk/>
            <pc:sldMk cId="1224098333" sldId="269"/>
            <ac:spMk id="7" creationId="{E4847C79-5074-4CC7-AF27-4EE21EAB3F5C}"/>
          </ac:spMkLst>
        </pc:spChg>
      </pc:sldChg>
      <pc:sldChg chg="addSp delSp modSp add del ord modTransition">
        <pc:chgData name="" userId="2dedf325349322c2" providerId="LiveId" clId="{44E532F7-5A4A-47C2-82BB-19EF5D503D74}" dt="2025-05-17T23:37:18.975" v="2146" actId="2696"/>
        <pc:sldMkLst>
          <pc:docMk/>
          <pc:sldMk cId="1883748117" sldId="270"/>
        </pc:sldMkLst>
        <pc:spChg chg="del">
          <ac:chgData name="" userId="2dedf325349322c2" providerId="LiveId" clId="{44E532F7-5A4A-47C2-82BB-19EF5D503D74}" dt="2025-05-17T11:09:48.476" v="1477"/>
          <ac:spMkLst>
            <pc:docMk/>
            <pc:sldMk cId="1883748117" sldId="270"/>
            <ac:spMk id="2" creationId="{B77643E5-82C1-467C-B2A3-811FDAAB9139}"/>
          </ac:spMkLst>
        </pc:spChg>
        <pc:spChg chg="del">
          <ac:chgData name="" userId="2dedf325349322c2" providerId="LiveId" clId="{44E532F7-5A4A-47C2-82BB-19EF5D503D74}" dt="2025-05-17T11:09:48.476" v="1477"/>
          <ac:spMkLst>
            <pc:docMk/>
            <pc:sldMk cId="1883748117" sldId="270"/>
            <ac:spMk id="3" creationId="{26201B58-B6FD-4E86-BB38-471A9374AD15}"/>
          </ac:spMkLst>
        </pc:spChg>
        <pc:spChg chg="add mod">
          <ac:chgData name="" userId="2dedf325349322c2" providerId="LiveId" clId="{44E532F7-5A4A-47C2-82BB-19EF5D503D74}" dt="2025-05-17T11:23:59.069" v="1746" actId="2711"/>
          <ac:spMkLst>
            <pc:docMk/>
            <pc:sldMk cId="1883748117" sldId="270"/>
            <ac:spMk id="4" creationId="{273C3BE8-A051-429D-A7E1-309C5403B449}"/>
          </ac:spMkLst>
        </pc:spChg>
        <pc:spChg chg="add del mod">
          <ac:chgData name="" userId="2dedf325349322c2" providerId="LiveId" clId="{44E532F7-5A4A-47C2-82BB-19EF5D503D74}" dt="2025-05-17T11:12:27.972" v="1529" actId="478"/>
          <ac:spMkLst>
            <pc:docMk/>
            <pc:sldMk cId="1883748117" sldId="270"/>
            <ac:spMk id="5" creationId="{DBE3BB6F-6D0A-4A1B-B105-F33AFE5338DB}"/>
          </ac:spMkLst>
        </pc:spChg>
      </pc:sldChg>
      <pc:sldChg chg="addSp delSp modSp add modTransition">
        <pc:chgData name="" userId="2dedf325349322c2" providerId="LiveId" clId="{44E532F7-5A4A-47C2-82BB-19EF5D503D74}" dt="2025-05-17T23:11:13.348" v="2065"/>
        <pc:sldMkLst>
          <pc:docMk/>
          <pc:sldMk cId="988851247" sldId="271"/>
        </pc:sldMkLst>
        <pc:spChg chg="del">
          <ac:chgData name="" userId="2dedf325349322c2" providerId="LiveId" clId="{44E532F7-5A4A-47C2-82BB-19EF5D503D74}" dt="2025-05-17T11:13:14.728" v="1532"/>
          <ac:spMkLst>
            <pc:docMk/>
            <pc:sldMk cId="988851247" sldId="271"/>
            <ac:spMk id="2" creationId="{3A2870B8-A3D4-4D2F-AF03-24174F95638A}"/>
          </ac:spMkLst>
        </pc:spChg>
        <pc:spChg chg="del">
          <ac:chgData name="" userId="2dedf325349322c2" providerId="LiveId" clId="{44E532F7-5A4A-47C2-82BB-19EF5D503D74}" dt="2025-05-17T11:13:14.728" v="1532"/>
          <ac:spMkLst>
            <pc:docMk/>
            <pc:sldMk cId="988851247" sldId="271"/>
            <ac:spMk id="3" creationId="{9288605B-8014-4978-9CC1-BAE5306D661A}"/>
          </ac:spMkLst>
        </pc:spChg>
        <pc:spChg chg="add mod">
          <ac:chgData name="" userId="2dedf325349322c2" providerId="LiveId" clId="{44E532F7-5A4A-47C2-82BB-19EF5D503D74}" dt="2025-05-17T23:01:17.223" v="2029" actId="20577"/>
          <ac:spMkLst>
            <pc:docMk/>
            <pc:sldMk cId="988851247" sldId="271"/>
            <ac:spMk id="4" creationId="{3D72C5C3-D762-454B-B2F8-97D2686BD9E0}"/>
          </ac:spMkLst>
        </pc:spChg>
        <pc:spChg chg="add del mod">
          <ac:chgData name="" userId="2dedf325349322c2" providerId="LiveId" clId="{44E532F7-5A4A-47C2-82BB-19EF5D503D74}" dt="2025-05-17T11:14:47.887" v="1608" actId="478"/>
          <ac:spMkLst>
            <pc:docMk/>
            <pc:sldMk cId="988851247" sldId="271"/>
            <ac:spMk id="5" creationId="{767A8460-C855-4D56-9588-3677B0ED0E05}"/>
          </ac:spMkLst>
        </pc:spChg>
      </pc:sldChg>
      <pc:sldChg chg="addSp delSp modSp add modTransition">
        <pc:chgData name="" userId="2dedf325349322c2" providerId="LiveId" clId="{44E532F7-5A4A-47C2-82BB-19EF5D503D74}" dt="2025-05-17T23:11:32.554" v="2066"/>
        <pc:sldMkLst>
          <pc:docMk/>
          <pc:sldMk cId="2770921960" sldId="272"/>
        </pc:sldMkLst>
        <pc:spChg chg="del">
          <ac:chgData name="" userId="2dedf325349322c2" providerId="LiveId" clId="{44E532F7-5A4A-47C2-82BB-19EF5D503D74}" dt="2025-05-17T11:18:12.599" v="1617"/>
          <ac:spMkLst>
            <pc:docMk/>
            <pc:sldMk cId="2770921960" sldId="272"/>
            <ac:spMk id="2" creationId="{B961098B-DE82-48D0-91A5-A217B593C576}"/>
          </ac:spMkLst>
        </pc:spChg>
        <pc:spChg chg="del">
          <ac:chgData name="" userId="2dedf325349322c2" providerId="LiveId" clId="{44E532F7-5A4A-47C2-82BB-19EF5D503D74}" dt="2025-05-17T11:18:12.599" v="1617"/>
          <ac:spMkLst>
            <pc:docMk/>
            <pc:sldMk cId="2770921960" sldId="272"/>
            <ac:spMk id="3" creationId="{D7BFF894-E89F-4228-9AA4-BEDC2A109BEF}"/>
          </ac:spMkLst>
        </pc:spChg>
        <pc:spChg chg="add mod">
          <ac:chgData name="" userId="2dedf325349322c2" providerId="LiveId" clId="{44E532F7-5A4A-47C2-82BB-19EF5D503D74}" dt="2025-05-17T23:01:35.089" v="2030" actId="1076"/>
          <ac:spMkLst>
            <pc:docMk/>
            <pc:sldMk cId="2770921960" sldId="272"/>
            <ac:spMk id="4" creationId="{420C5A6B-E28A-4D50-A7C0-0AE7FCCAA80F}"/>
          </ac:spMkLst>
        </pc:spChg>
        <pc:spChg chg="add del mod">
          <ac:chgData name="" userId="2dedf325349322c2" providerId="LiveId" clId="{44E532F7-5A4A-47C2-82BB-19EF5D503D74}" dt="2025-05-17T11:19:03.401" v="1673" actId="478"/>
          <ac:spMkLst>
            <pc:docMk/>
            <pc:sldMk cId="2770921960" sldId="272"/>
            <ac:spMk id="5" creationId="{43B05E16-10E3-4B94-897A-B9D28D3F6F34}"/>
          </ac:spMkLst>
        </pc:spChg>
      </pc:sldChg>
      <pc:sldChg chg="addSp delSp modSp add ord modTransition">
        <pc:chgData name="" userId="2dedf325349322c2" providerId="LiveId" clId="{44E532F7-5A4A-47C2-82BB-19EF5D503D74}" dt="2025-05-17T23:11:38.347" v="2067"/>
        <pc:sldMkLst>
          <pc:docMk/>
          <pc:sldMk cId="3282088885" sldId="273"/>
        </pc:sldMkLst>
        <pc:spChg chg="del">
          <ac:chgData name="" userId="2dedf325349322c2" providerId="LiveId" clId="{44E532F7-5A4A-47C2-82BB-19EF5D503D74}" dt="2025-05-17T11:21:23.288" v="1683"/>
          <ac:spMkLst>
            <pc:docMk/>
            <pc:sldMk cId="3282088885" sldId="273"/>
            <ac:spMk id="2" creationId="{317C8508-6F85-41FC-B4FF-A2750AD54E5C}"/>
          </ac:spMkLst>
        </pc:spChg>
        <pc:spChg chg="del">
          <ac:chgData name="" userId="2dedf325349322c2" providerId="LiveId" clId="{44E532F7-5A4A-47C2-82BB-19EF5D503D74}" dt="2025-05-17T11:21:23.288" v="1683"/>
          <ac:spMkLst>
            <pc:docMk/>
            <pc:sldMk cId="3282088885" sldId="273"/>
            <ac:spMk id="3" creationId="{D78E7AF0-7FC5-43F4-82BC-817CECAB4A59}"/>
          </ac:spMkLst>
        </pc:spChg>
        <pc:spChg chg="add mod">
          <ac:chgData name="" userId="2dedf325349322c2" providerId="LiveId" clId="{44E532F7-5A4A-47C2-82BB-19EF5D503D74}" dt="2025-05-17T11:22:39.606" v="1742" actId="2711"/>
          <ac:spMkLst>
            <pc:docMk/>
            <pc:sldMk cId="3282088885" sldId="273"/>
            <ac:spMk id="4" creationId="{1AC1FB45-559D-4A1A-85F1-97CD3CE3B613}"/>
          </ac:spMkLst>
        </pc:spChg>
        <pc:spChg chg="add del mod">
          <ac:chgData name="" userId="2dedf325349322c2" providerId="LiveId" clId="{44E532F7-5A4A-47C2-82BB-19EF5D503D74}" dt="2025-05-17T11:22:15.959" v="1740" actId="478"/>
          <ac:spMkLst>
            <pc:docMk/>
            <pc:sldMk cId="3282088885" sldId="273"/>
            <ac:spMk id="5" creationId="{75A16B46-24BF-407A-90F7-6DB1835771C1}"/>
          </ac:spMkLst>
        </pc:spChg>
      </pc:sldChg>
      <pc:sldChg chg="add del">
        <pc:chgData name="" userId="2dedf325349322c2" providerId="LiveId" clId="{44E532F7-5A4A-47C2-82BB-19EF5D503D74}" dt="2025-05-17T11:21:11.638" v="1681" actId="2696"/>
        <pc:sldMkLst>
          <pc:docMk/>
          <pc:sldMk cId="231280238" sldId="274"/>
        </pc:sldMkLst>
      </pc:sldChg>
      <pc:sldChg chg="addSp delSp modSp add ord modTransition">
        <pc:chgData name="" userId="2dedf325349322c2" providerId="LiveId" clId="{44E532F7-5A4A-47C2-82BB-19EF5D503D74}" dt="2025-05-17T23:11:42.442" v="2068"/>
        <pc:sldMkLst>
          <pc:docMk/>
          <pc:sldMk cId="2112931731" sldId="274"/>
        </pc:sldMkLst>
        <pc:spChg chg="del">
          <ac:chgData name="" userId="2dedf325349322c2" providerId="LiveId" clId="{44E532F7-5A4A-47C2-82BB-19EF5D503D74}" dt="2025-05-17T11:27:07.157" v="1752"/>
          <ac:spMkLst>
            <pc:docMk/>
            <pc:sldMk cId="2112931731" sldId="274"/>
            <ac:spMk id="2" creationId="{9ED5FD07-C8EE-4572-B4DC-A1EDF438C365}"/>
          </ac:spMkLst>
        </pc:spChg>
        <pc:spChg chg="del">
          <ac:chgData name="" userId="2dedf325349322c2" providerId="LiveId" clId="{44E532F7-5A4A-47C2-82BB-19EF5D503D74}" dt="2025-05-17T11:27:07.157" v="1752"/>
          <ac:spMkLst>
            <pc:docMk/>
            <pc:sldMk cId="2112931731" sldId="274"/>
            <ac:spMk id="3" creationId="{A9351F08-1B42-45B6-B376-69592C1DCE1B}"/>
          </ac:spMkLst>
        </pc:spChg>
        <pc:spChg chg="add mod">
          <ac:chgData name="" userId="2dedf325349322c2" providerId="LiveId" clId="{44E532F7-5A4A-47C2-82BB-19EF5D503D74}" dt="2025-05-17T11:28:28.943" v="1802" actId="1076"/>
          <ac:spMkLst>
            <pc:docMk/>
            <pc:sldMk cId="2112931731" sldId="274"/>
            <ac:spMk id="4" creationId="{0248B358-4F5B-495A-B225-B89562E02BD5}"/>
          </ac:spMkLst>
        </pc:spChg>
        <pc:spChg chg="add del mod">
          <ac:chgData name="" userId="2dedf325349322c2" providerId="LiveId" clId="{44E532F7-5A4A-47C2-82BB-19EF5D503D74}" dt="2025-05-17T11:27:45.536" v="1797" actId="478"/>
          <ac:spMkLst>
            <pc:docMk/>
            <pc:sldMk cId="2112931731" sldId="274"/>
            <ac:spMk id="5" creationId="{5C86C778-7D63-4AC6-9BFB-FB0F658E00A0}"/>
          </ac:spMkLst>
        </pc:spChg>
      </pc:sldChg>
      <pc:sldChg chg="addSp delSp modSp add modTransition">
        <pc:chgData name="" userId="2dedf325349322c2" providerId="LiveId" clId="{44E532F7-5A4A-47C2-82BB-19EF5D503D74}" dt="2025-05-17T23:11:48.657" v="2069"/>
        <pc:sldMkLst>
          <pc:docMk/>
          <pc:sldMk cId="535825635" sldId="275"/>
        </pc:sldMkLst>
        <pc:spChg chg="del">
          <ac:chgData name="" userId="2dedf325349322c2" providerId="LiveId" clId="{44E532F7-5A4A-47C2-82BB-19EF5D503D74}" dt="2025-05-17T11:30:52.043" v="1808"/>
          <ac:spMkLst>
            <pc:docMk/>
            <pc:sldMk cId="535825635" sldId="275"/>
            <ac:spMk id="2" creationId="{9E6E52E3-2D91-478A-8CBA-2DAFE5A08EA5}"/>
          </ac:spMkLst>
        </pc:spChg>
        <pc:spChg chg="del">
          <ac:chgData name="" userId="2dedf325349322c2" providerId="LiveId" clId="{44E532F7-5A4A-47C2-82BB-19EF5D503D74}" dt="2025-05-17T11:30:52.043" v="1808"/>
          <ac:spMkLst>
            <pc:docMk/>
            <pc:sldMk cId="535825635" sldId="275"/>
            <ac:spMk id="3" creationId="{6F48CBA5-22C8-40D7-830A-39685C0D131A}"/>
          </ac:spMkLst>
        </pc:spChg>
        <pc:spChg chg="add del mod">
          <ac:chgData name="" userId="2dedf325349322c2" providerId="LiveId" clId="{44E532F7-5A4A-47C2-82BB-19EF5D503D74}" dt="2025-05-17T11:30:54.635" v="1809"/>
          <ac:spMkLst>
            <pc:docMk/>
            <pc:sldMk cId="535825635" sldId="275"/>
            <ac:spMk id="4" creationId="{92D6A4C4-5064-4F7E-A012-D6B3DC00ED36}"/>
          </ac:spMkLst>
        </pc:spChg>
        <pc:spChg chg="add del mod">
          <ac:chgData name="" userId="2dedf325349322c2" providerId="LiveId" clId="{44E532F7-5A4A-47C2-82BB-19EF5D503D74}" dt="2025-05-17T11:30:54.635" v="1809"/>
          <ac:spMkLst>
            <pc:docMk/>
            <pc:sldMk cId="535825635" sldId="275"/>
            <ac:spMk id="5" creationId="{4F54AC0A-FAE3-4ADD-853A-D3180654EFA6}"/>
          </ac:spMkLst>
        </pc:spChg>
        <pc:spChg chg="add mod">
          <ac:chgData name="" userId="2dedf325349322c2" providerId="LiveId" clId="{44E532F7-5A4A-47C2-82BB-19EF5D503D74}" dt="2025-05-17T23:06:02.373" v="2047" actId="207"/>
          <ac:spMkLst>
            <pc:docMk/>
            <pc:sldMk cId="535825635" sldId="275"/>
            <ac:spMk id="6" creationId="{8BC7E93B-4293-4C52-B691-8307CC1E4578}"/>
          </ac:spMkLst>
        </pc:spChg>
        <pc:spChg chg="add del mod">
          <ac:chgData name="" userId="2dedf325349322c2" providerId="LiveId" clId="{44E532F7-5A4A-47C2-82BB-19EF5D503D74}" dt="2025-05-17T11:34:47.979" v="1946" actId="478"/>
          <ac:spMkLst>
            <pc:docMk/>
            <pc:sldMk cId="535825635" sldId="275"/>
            <ac:spMk id="7" creationId="{A6973C63-6A95-4A42-87BC-3B324AC7665B}"/>
          </ac:spMkLst>
        </pc:spChg>
      </pc:sldChg>
      <pc:sldChg chg="add del">
        <pc:chgData name="" userId="2dedf325349322c2" providerId="LiveId" clId="{44E532F7-5A4A-47C2-82BB-19EF5D503D74}" dt="2025-05-17T11:21:04.650" v="1680" actId="2696"/>
        <pc:sldMkLst>
          <pc:docMk/>
          <pc:sldMk cId="3040170182" sldId="275"/>
        </pc:sldMkLst>
      </pc:sldChg>
      <pc:sldChg chg="add del">
        <pc:chgData name="" userId="2dedf325349322c2" providerId="LiveId" clId="{44E532F7-5A4A-47C2-82BB-19EF5D503D74}" dt="2025-05-17T23:37:22.412" v="2149"/>
        <pc:sldMkLst>
          <pc:docMk/>
          <pc:sldMk cId="1837665340" sldId="276"/>
        </pc:sldMkLst>
      </pc:sldChg>
      <pc:sldChg chg="add del">
        <pc:chgData name="" userId="2dedf325349322c2" providerId="LiveId" clId="{44E532F7-5A4A-47C2-82BB-19EF5D503D74}" dt="2025-05-17T23:37:21.506" v="2148"/>
        <pc:sldMkLst>
          <pc:docMk/>
          <pc:sldMk cId="1231225371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413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5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36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5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01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34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7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04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8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81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921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849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06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47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967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500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0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5C5066-944F-4D12-AB83-5262C7C4EEEE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B2E3CA-5121-4D5E-92EE-0A8697DB5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tl.wikipedia.org/w/index.php?title=Susi_ng_Langit&amp;action=edit&amp;redlink=1" TargetMode="External"/><Relationship Id="rId3" Type="http://schemas.openxmlformats.org/officeDocument/2006/relationships/hyperlink" Target="https://tl.wikipedia.org/wiki/Roma" TargetMode="External"/><Relationship Id="rId7" Type="http://schemas.openxmlformats.org/officeDocument/2006/relationships/hyperlink" Target="https://tl.wikipedia.org/wiki/Hesus" TargetMode="External"/><Relationship Id="rId2" Type="http://schemas.openxmlformats.org/officeDocument/2006/relationships/hyperlink" Target="https://tl.wikipedia.org/wiki/Obisp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l.wikipedia.org/wiki/San_Pedro" TargetMode="External"/><Relationship Id="rId5" Type="http://schemas.openxmlformats.org/officeDocument/2006/relationships/hyperlink" Target="https://tl.wikipedia.org/wiki/Estadong_Papal" TargetMode="External"/><Relationship Id="rId4" Type="http://schemas.openxmlformats.org/officeDocument/2006/relationships/hyperlink" Target="https://tl.wikipedia.org/wiki/Simbahang_Katolika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l.wikipedia.org/wiki/Lungsod_ng_Vaticano" TargetMode="External"/><Relationship Id="rId7" Type="http://schemas.openxmlformats.org/officeDocument/2006/relationships/image" Target="../media/image6.jpeg"/><Relationship Id="rId2" Type="http://schemas.openxmlformats.org/officeDocument/2006/relationships/hyperlink" Target="https://tl.wikipedia.org/wiki/Simbahang_Katoliko_Roman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l.wikipedia.org/wiki/Papa_Leon_XIV#cite_note-1" TargetMode="External"/><Relationship Id="rId5" Type="http://schemas.openxmlformats.org/officeDocument/2006/relationships/hyperlink" Target="https://tl.wikipedia.org/wiki/Kamatayan_at_libing_ni_Papa_Francisco" TargetMode="External"/><Relationship Id="rId4" Type="http://schemas.openxmlformats.org/officeDocument/2006/relationships/hyperlink" Target="https://tl.wikipedia.org/wiki/Kongklabeng_Pampapa_ng_2025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int Peter (1st century) | Saint Mary's Press">
            <a:extLst>
              <a:ext uri="{FF2B5EF4-FFF2-40B4-BE49-F238E27FC236}">
                <a16:creationId xmlns:a16="http://schemas.microsoft.com/office/drawing/2014/main" id="{29797399-91D2-4E99-B361-8457C2C4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183" y="1381538"/>
            <a:ext cx="5210175" cy="409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5FCB0AE-E474-4A85-AB75-2F36C7454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982" y="-119380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Si </a:t>
            </a:r>
            <a:r>
              <a:rPr lang="en-US" b="1" dirty="0"/>
              <a:t>San Pedro</a:t>
            </a:r>
            <a:r>
              <a:rPr lang="en-US" dirty="0"/>
              <a:t> o </a:t>
            </a:r>
            <a:r>
              <a:rPr lang="en-US" b="1" dirty="0"/>
              <a:t>Simon Pedro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2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  <p:sndAc>
          <p:stSnd>
            <p:snd r:embed="rId2" name="whoosh.wav"/>
          </p:stSnd>
        </p:sndAc>
      </p:transition>
    </mc:Choice>
    <mc:Fallback xmlns="">
      <p:transition spd="slow">
        <p:fade/>
        <p:sndAc>
          <p:stSnd>
            <p:snd r:embed="rId4" name="whoosh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75A5-4E78-4512-A189-C765874C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SINO NGA BA SI SAN PEDRO?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63959-122E-4E11-AC83-75F311D99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Si </a:t>
            </a:r>
            <a:r>
              <a:rPr lang="en-US" b="1" dirty="0">
                <a:solidFill>
                  <a:srgbClr val="0070C0"/>
                </a:solidFill>
              </a:rPr>
              <a:t>San Pedro </a:t>
            </a:r>
            <a:r>
              <a:rPr lang="en-US" dirty="0">
                <a:solidFill>
                  <a:srgbClr val="0070C0"/>
                </a:solidFill>
              </a:rPr>
              <a:t>o </a:t>
            </a:r>
            <a:r>
              <a:rPr lang="en-US" b="1" dirty="0">
                <a:solidFill>
                  <a:srgbClr val="0070C0"/>
                </a:solidFill>
              </a:rPr>
              <a:t>Simon Pedro </a:t>
            </a:r>
            <a:r>
              <a:rPr lang="en-US" dirty="0">
                <a:solidFill>
                  <a:srgbClr val="0070C0"/>
                </a:solidFill>
              </a:rPr>
              <a:t>ang </a:t>
            </a:r>
            <a:r>
              <a:rPr lang="en-US" dirty="0" err="1">
                <a:solidFill>
                  <a:srgbClr val="0070C0"/>
                </a:solidFill>
              </a:rPr>
              <a:t>isa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unang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naging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apostol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Hesus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sya</a:t>
            </a:r>
            <a:r>
              <a:rPr lang="en-US" dirty="0">
                <a:solidFill>
                  <a:srgbClr val="0070C0"/>
                </a:solidFill>
              </a:rPr>
              <a:t> ang </a:t>
            </a:r>
            <a:r>
              <a:rPr lang="en-US" dirty="0" err="1">
                <a:solidFill>
                  <a:srgbClr val="0070C0"/>
                </a:solidFill>
              </a:rPr>
              <a:t>itinuturing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unang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naging</a:t>
            </a:r>
            <a:r>
              <a:rPr lang="en-US" dirty="0">
                <a:solidFill>
                  <a:srgbClr val="0070C0"/>
                </a:solidFill>
              </a:rPr>
              <a:t> Santo Papa ng </a:t>
            </a:r>
            <a:r>
              <a:rPr lang="en-US" dirty="0" err="1">
                <a:solidFill>
                  <a:srgbClr val="0070C0"/>
                </a:solidFill>
              </a:rPr>
              <a:t>simbahang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katolika</a:t>
            </a:r>
            <a:r>
              <a:rPr lang="en-US" dirty="0">
                <a:solidFill>
                  <a:srgbClr val="0070C0"/>
                </a:solidFill>
              </a:rPr>
              <a:t>. Isa </a:t>
            </a:r>
            <a:r>
              <a:rPr lang="en-US" dirty="0" err="1">
                <a:solidFill>
                  <a:srgbClr val="0070C0"/>
                </a:solidFill>
              </a:rPr>
              <a:t>siyang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mangingisda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pinangalanang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b="1" dirty="0">
                <a:solidFill>
                  <a:srgbClr val="0070C0"/>
                </a:solidFill>
              </a:rPr>
              <a:t>Pedro</a:t>
            </a:r>
            <a:r>
              <a:rPr lang="en-US" dirty="0">
                <a:solidFill>
                  <a:srgbClr val="0070C0"/>
                </a:solidFill>
              </a:rPr>
              <a:t> - Na ang </a:t>
            </a:r>
            <a:r>
              <a:rPr lang="en-US" dirty="0" err="1">
                <a:solidFill>
                  <a:srgbClr val="0070C0"/>
                </a:solidFill>
              </a:rPr>
              <a:t>Kahulugan</a:t>
            </a:r>
            <a:r>
              <a:rPr lang="en-US" dirty="0">
                <a:solidFill>
                  <a:srgbClr val="0070C0"/>
                </a:solidFill>
              </a:rPr>
              <a:t> ay “</a:t>
            </a:r>
            <a:r>
              <a:rPr lang="en-US" b="1" dirty="0" err="1">
                <a:solidFill>
                  <a:srgbClr val="0070C0"/>
                </a:solidFill>
              </a:rPr>
              <a:t>maliit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bato</a:t>
            </a:r>
            <a:r>
              <a:rPr lang="en-US" dirty="0">
                <a:solidFill>
                  <a:srgbClr val="0070C0"/>
                </a:solidFill>
              </a:rPr>
              <a:t>” Sa </a:t>
            </a:r>
            <a:r>
              <a:rPr lang="en-US" dirty="0" err="1">
                <a:solidFill>
                  <a:srgbClr val="0070C0"/>
                </a:solidFill>
              </a:rPr>
              <a:t>kaniya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binanggit</a:t>
            </a:r>
            <a:r>
              <a:rPr lang="en-US" dirty="0">
                <a:solidFill>
                  <a:srgbClr val="0070C0"/>
                </a:solidFill>
              </a:rPr>
              <a:t> ng </a:t>
            </a:r>
            <a:r>
              <a:rPr lang="en-US" dirty="0" err="1">
                <a:solidFill>
                  <a:srgbClr val="0070C0"/>
                </a:solidFill>
              </a:rPr>
              <a:t>Panginoong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Hesus</a:t>
            </a:r>
            <a:r>
              <a:rPr lang="en-US" dirty="0">
                <a:solidFill>
                  <a:srgbClr val="0070C0"/>
                </a:solidFill>
              </a:rPr>
              <a:t> ang </a:t>
            </a:r>
            <a:r>
              <a:rPr lang="en-US" dirty="0" err="1">
                <a:solidFill>
                  <a:srgbClr val="0070C0"/>
                </a:solidFill>
              </a:rPr>
              <a:t>ganitong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wika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Katotohanang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Sinasabi</a:t>
            </a:r>
            <a:r>
              <a:rPr lang="en-US" dirty="0">
                <a:solidFill>
                  <a:srgbClr val="0070C0"/>
                </a:solidFill>
              </a:rPr>
              <a:t> Ko </a:t>
            </a:r>
            <a:r>
              <a:rPr lang="en-US" dirty="0" err="1">
                <a:solidFill>
                  <a:srgbClr val="0070C0"/>
                </a:solidFill>
              </a:rPr>
              <a:t>sa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iyo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na</a:t>
            </a:r>
            <a:r>
              <a:rPr lang="en-US" dirty="0">
                <a:solidFill>
                  <a:srgbClr val="0070C0"/>
                </a:solidFill>
              </a:rPr>
              <a:t> "</a:t>
            </a:r>
            <a:r>
              <a:rPr lang="en-US" dirty="0" err="1">
                <a:solidFill>
                  <a:srgbClr val="0070C0"/>
                </a:solidFill>
              </a:rPr>
              <a:t>Ikaw</a:t>
            </a:r>
            <a:r>
              <a:rPr lang="en-US" dirty="0">
                <a:solidFill>
                  <a:srgbClr val="0070C0"/>
                </a:solidFill>
              </a:rPr>
              <a:t> ay Pedro, at </a:t>
            </a:r>
            <a:r>
              <a:rPr lang="en-US" dirty="0" err="1">
                <a:solidFill>
                  <a:srgbClr val="0070C0"/>
                </a:solidFill>
              </a:rPr>
              <a:t>sa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ibabaw</a:t>
            </a:r>
            <a:r>
              <a:rPr lang="en-US" dirty="0">
                <a:solidFill>
                  <a:srgbClr val="0070C0"/>
                </a:solidFill>
              </a:rPr>
              <a:t> ng </a:t>
            </a:r>
            <a:r>
              <a:rPr lang="en-US" dirty="0" err="1">
                <a:solidFill>
                  <a:srgbClr val="0070C0"/>
                </a:solidFill>
              </a:rPr>
              <a:t>Batong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ito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itatayo</a:t>
            </a:r>
            <a:r>
              <a:rPr lang="en-US" dirty="0">
                <a:solidFill>
                  <a:srgbClr val="0070C0"/>
                </a:solidFill>
              </a:rPr>
              <a:t> ko ang </a:t>
            </a:r>
            <a:r>
              <a:rPr lang="en-US" dirty="0" err="1">
                <a:solidFill>
                  <a:srgbClr val="0070C0"/>
                </a:solidFill>
              </a:rPr>
              <a:t>aking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Iglesia</a:t>
            </a:r>
            <a:r>
              <a:rPr lang="en-US" dirty="0">
                <a:solidFill>
                  <a:srgbClr val="0070C0"/>
                </a:solidFill>
              </a:rPr>
              <a:t>" </a:t>
            </a:r>
            <a:r>
              <a:rPr lang="en-US" dirty="0" err="1">
                <a:solidFill>
                  <a:srgbClr val="0070C0"/>
                </a:solidFill>
              </a:rPr>
              <a:t>Tinutukoy</a:t>
            </a:r>
            <a:r>
              <a:rPr lang="en-US" dirty="0">
                <a:solidFill>
                  <a:srgbClr val="0070C0"/>
                </a:solidFill>
              </a:rPr>
              <a:t> ng </a:t>
            </a:r>
            <a:r>
              <a:rPr lang="en-US" dirty="0" err="1">
                <a:solidFill>
                  <a:srgbClr val="0070C0"/>
                </a:solidFill>
              </a:rPr>
              <a:t>Panginoong</a:t>
            </a:r>
            <a:r>
              <a:rPr lang="en-US" dirty="0">
                <a:solidFill>
                  <a:srgbClr val="0070C0"/>
                </a:solidFill>
              </a:rPr>
              <a:t> Jesus ang </a:t>
            </a:r>
            <a:r>
              <a:rPr lang="en-US" dirty="0" err="1">
                <a:solidFill>
                  <a:srgbClr val="0070C0"/>
                </a:solidFill>
              </a:rPr>
              <a:t>Kanyang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Sarili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bilang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Batong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Panulok</a:t>
            </a:r>
            <a:r>
              <a:rPr lang="en-US" dirty="0">
                <a:solidFill>
                  <a:srgbClr val="0070C0"/>
                </a:solidFill>
              </a:rPr>
              <a:t> ang </a:t>
            </a:r>
            <a:r>
              <a:rPr lang="en-US" dirty="0" err="1">
                <a:solidFill>
                  <a:srgbClr val="0070C0"/>
                </a:solidFill>
              </a:rPr>
              <a:t>matibay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Pundasyon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500605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3C3BC-E84E-4498-9980-1AD5B82A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981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GAYA NI SAN PEDRO MAYROONG 267 TOTAL NA NAGING SANTO PAPA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AF2-F090-493A-9AB5-61F3C979D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38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Ang  </a:t>
            </a:r>
            <a:r>
              <a:rPr lang="en-US" b="1" dirty="0">
                <a:latin typeface="Bahnschrift" panose="020B0502040204020203" pitchFamily="34" charset="0"/>
              </a:rPr>
              <a:t>papa o </a:t>
            </a:r>
            <a:r>
              <a:rPr lang="en-US" b="1" dirty="0" err="1">
                <a:latin typeface="Bahnschrift" panose="020B0502040204020203" pitchFamily="34" charset="0"/>
              </a:rPr>
              <a:t>santo</a:t>
            </a:r>
            <a:r>
              <a:rPr lang="en-US" b="1" dirty="0">
                <a:latin typeface="Bahnschrift" panose="020B0502040204020203" pitchFamily="34" charset="0"/>
              </a:rPr>
              <a:t> papa</a:t>
            </a:r>
            <a:r>
              <a:rPr lang="en-US" dirty="0">
                <a:latin typeface="Bahnschrift" panose="020B0502040204020203" pitchFamily="34" charset="0"/>
              </a:rPr>
              <a:t> ay ang </a:t>
            </a:r>
            <a:r>
              <a:rPr lang="en-US" dirty="0">
                <a:latin typeface="Bahnschrift" panose="020B0502040204020203" pitchFamily="34" charset="0"/>
                <a:hlinkClick r:id="rId2" tooltip="Obispo"/>
              </a:rPr>
              <a:t>obispo</a:t>
            </a:r>
            <a:r>
              <a:rPr lang="en-US" dirty="0">
                <a:latin typeface="Bahnschrift" panose="020B0502040204020203" pitchFamily="34" charset="0"/>
              </a:rPr>
              <a:t> ng </a:t>
            </a:r>
            <a:r>
              <a:rPr lang="en-US" dirty="0">
                <a:latin typeface="Bahnschrift" panose="020B0502040204020203" pitchFamily="34" charset="0"/>
                <a:hlinkClick r:id="rId3" tooltip="Roma"/>
              </a:rPr>
              <a:t>Roma</a:t>
            </a:r>
            <a:r>
              <a:rPr lang="en-US" dirty="0">
                <a:latin typeface="Bahnschrift" panose="020B0502040204020203" pitchFamily="34" charset="0"/>
              </a:rPr>
              <a:t> at ang </a:t>
            </a:r>
            <a:r>
              <a:rPr lang="en-US" dirty="0" err="1">
                <a:latin typeface="Bahnschrift" panose="020B0502040204020203" pitchFamily="34" charset="0"/>
              </a:rPr>
              <a:t>pinuno</a:t>
            </a:r>
            <a:r>
              <a:rPr lang="en-US" dirty="0">
                <a:latin typeface="Bahnschrift" panose="020B0502040204020203" pitchFamily="34" charset="0"/>
              </a:rPr>
              <a:t> ng </a:t>
            </a:r>
            <a:r>
              <a:rPr lang="en-US" dirty="0" err="1">
                <a:latin typeface="Bahnschrift" panose="020B0502040204020203" pitchFamily="34" charset="0"/>
              </a:rPr>
              <a:t>pandaigdigang</a:t>
            </a:r>
            <a:r>
              <a:rPr lang="en-US" dirty="0">
                <a:latin typeface="Bahnschrift" panose="020B0502040204020203" pitchFamily="34" charset="0"/>
              </a:rPr>
              <a:t> </a:t>
            </a:r>
            <a:r>
              <a:rPr lang="en-US" dirty="0" err="1">
                <a:solidFill>
                  <a:srgbClr val="0070C0"/>
                </a:solidFill>
                <a:latin typeface="Bahnschrift" panose="020B0502040204020203" pitchFamily="34" charset="0"/>
                <a:hlinkClick r:id="rId4" tooltip="Simbahang Katolik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Simbahang</a:t>
            </a:r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  <a:hlinkClick r:id="rId4" tooltip="Simbahang Katolik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Bahnschrift" panose="020B0502040204020203" pitchFamily="34" charset="0"/>
                <a:hlinkClick r:id="rId4" tooltip="Simbahang Katolik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Katolika</a:t>
            </a:r>
            <a:r>
              <a:rPr lang="en-US" dirty="0">
                <a:latin typeface="Bahnschrift" panose="020B0502040204020203" pitchFamily="34" charset="0"/>
              </a:rPr>
              <a:t>. </a:t>
            </a:r>
            <a:r>
              <a:rPr lang="en-US" dirty="0" err="1">
                <a:latin typeface="Bahnschrift" panose="020B0502040204020203" pitchFamily="34" charset="0"/>
              </a:rPr>
              <a:t>Kilala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rin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siya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bilang</a:t>
            </a:r>
            <a:r>
              <a:rPr lang="en-US" dirty="0">
                <a:latin typeface="Bahnschrift" panose="020B0502040204020203" pitchFamily="34" charset="0"/>
              </a:rPr>
              <a:t> </a:t>
            </a:r>
            <a:r>
              <a:rPr lang="en-US" b="1" dirty="0" err="1">
                <a:latin typeface="Bahnschrift" panose="020B0502040204020203" pitchFamily="34" charset="0"/>
              </a:rPr>
              <a:t>Kataas-taasang</a:t>
            </a:r>
            <a:r>
              <a:rPr lang="en-US" b="1" dirty="0">
                <a:latin typeface="Bahnschrift" panose="020B0502040204020203" pitchFamily="34" charset="0"/>
              </a:rPr>
              <a:t> </a:t>
            </a:r>
            <a:r>
              <a:rPr lang="en-US" b="1" dirty="0" err="1">
                <a:latin typeface="Bahnschrift" panose="020B0502040204020203" pitchFamily="34" charset="0"/>
              </a:rPr>
              <a:t>Pontipise</a:t>
            </a:r>
            <a:r>
              <a:rPr lang="en-US" b="1" dirty="0">
                <a:latin typeface="Bahnschrift" panose="020B0502040204020203" pitchFamily="34" charset="0"/>
              </a:rPr>
              <a:t>, </a:t>
            </a:r>
            <a:r>
              <a:rPr lang="en-US" b="1" dirty="0" err="1">
                <a:latin typeface="Bahnschrift" panose="020B0502040204020203" pitchFamily="34" charset="0"/>
              </a:rPr>
              <a:t>Pontipikeng</a:t>
            </a:r>
            <a:r>
              <a:rPr lang="en-US" b="1" dirty="0">
                <a:latin typeface="Bahnschrift" panose="020B0502040204020203" pitchFamily="34" charset="0"/>
              </a:rPr>
              <a:t> Romano, o </a:t>
            </a:r>
            <a:r>
              <a:rPr lang="en-US" b="1" dirty="0" err="1">
                <a:latin typeface="Bahnschrift" panose="020B0502040204020203" pitchFamily="34" charset="0"/>
              </a:rPr>
              <a:t>Pontipise</a:t>
            </a:r>
            <a:r>
              <a:rPr lang="en-US" dirty="0">
                <a:latin typeface="Bahnschrift" panose="020B0502040204020203" pitchFamily="34" charset="0"/>
              </a:rPr>
              <a:t>. </a:t>
            </a:r>
            <a:r>
              <a:rPr lang="en-US" dirty="0" err="1">
                <a:latin typeface="Bahnschrift" panose="020B0502040204020203" pitchFamily="34" charset="0"/>
              </a:rPr>
              <a:t>Mula</a:t>
            </a:r>
            <a:r>
              <a:rPr lang="en-US" dirty="0">
                <a:latin typeface="Bahnschrift" panose="020B0502040204020203" pitchFamily="34" charset="0"/>
              </a:rPr>
              <a:t> ika-8 </a:t>
            </a:r>
            <a:r>
              <a:rPr lang="en-US" dirty="0" err="1">
                <a:latin typeface="Bahnschrift" panose="020B0502040204020203" pitchFamily="34" charset="0"/>
              </a:rPr>
              <a:t>siglo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hanggang</a:t>
            </a:r>
            <a:r>
              <a:rPr lang="en-US" dirty="0">
                <a:latin typeface="Bahnschrift" panose="020B0502040204020203" pitchFamily="34" charset="0"/>
              </a:rPr>
              <a:t> 1870, ang papa ay </a:t>
            </a:r>
            <a:r>
              <a:rPr lang="en-US" dirty="0" err="1">
                <a:latin typeface="Bahnschrift" panose="020B0502040204020203" pitchFamily="34" charset="0"/>
              </a:rPr>
              <a:t>nagsilbing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pinuno</a:t>
            </a:r>
            <a:r>
              <a:rPr lang="en-US" dirty="0">
                <a:latin typeface="Bahnschrift" panose="020B0502040204020203" pitchFamily="34" charset="0"/>
              </a:rPr>
              <a:t> ng </a:t>
            </a:r>
            <a:r>
              <a:rPr lang="en-US" dirty="0" err="1">
                <a:latin typeface="Bahnschrift" panose="020B0502040204020203" pitchFamily="34" charset="0"/>
                <a:hlinkClick r:id="rId5" tooltip="Estadong Papal"/>
              </a:rPr>
              <a:t>Estadong</a:t>
            </a:r>
            <a:r>
              <a:rPr lang="en-US" dirty="0">
                <a:latin typeface="Bahnschrift" panose="020B0502040204020203" pitchFamily="34" charset="0"/>
                <a:hlinkClick r:id="rId5" tooltip="Estadong Papal"/>
              </a:rPr>
              <a:t> Papal</a:t>
            </a:r>
            <a:r>
              <a:rPr lang="en-US" dirty="0">
                <a:latin typeface="Bahnschrift" panose="020B0502040204020203" pitchFamily="34" charset="0"/>
              </a:rPr>
              <a:t>, at </a:t>
            </a:r>
            <a:r>
              <a:rPr lang="en-US" dirty="0" err="1">
                <a:latin typeface="Bahnschrift" panose="020B0502040204020203" pitchFamily="34" charset="0"/>
              </a:rPr>
              <a:t>mula</a:t>
            </a:r>
            <a:r>
              <a:rPr lang="en-US" dirty="0">
                <a:latin typeface="Bahnschrift" panose="020B0502040204020203" pitchFamily="34" charset="0"/>
              </a:rPr>
              <a:t> 1929 </a:t>
            </a:r>
            <a:r>
              <a:rPr lang="en-US" dirty="0" err="1">
                <a:latin typeface="Bahnschrift" panose="020B0502040204020203" pitchFamily="34" charset="0"/>
              </a:rPr>
              <a:t>hanggang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kasalukuyan</a:t>
            </a:r>
            <a:r>
              <a:rPr lang="en-US" dirty="0">
                <a:latin typeface="Bahnschrift" panose="020B0502040204020203" pitchFamily="34" charset="0"/>
              </a:rPr>
              <a:t> ng mas </a:t>
            </a:r>
            <a:r>
              <a:rPr lang="en-US" dirty="0" err="1">
                <a:latin typeface="Bahnschrift" panose="020B0502040204020203" pitchFamily="34" charset="0"/>
              </a:rPr>
              <a:t>maliit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na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bansang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Lungsod</a:t>
            </a:r>
            <a:r>
              <a:rPr lang="en-US" dirty="0">
                <a:latin typeface="Bahnschrift" panose="020B0502040204020203" pitchFamily="34" charset="0"/>
              </a:rPr>
              <a:t> ng </a:t>
            </a:r>
            <a:r>
              <a:rPr lang="en-US" dirty="0" err="1">
                <a:latin typeface="Bahnschrift" panose="020B0502040204020203" pitchFamily="34" charset="0"/>
              </a:rPr>
              <a:t>Vaticano</a:t>
            </a:r>
            <a:r>
              <a:rPr lang="en-US" dirty="0">
                <a:latin typeface="Bahnschrift" panose="020B0502040204020203" pitchFamily="34" charset="0"/>
              </a:rPr>
              <a:t>.</a:t>
            </a:r>
          </a:p>
          <a:p>
            <a:r>
              <a:rPr lang="en-US" dirty="0">
                <a:latin typeface="Bahnschrift" panose="020B0502040204020203" pitchFamily="34" charset="0"/>
              </a:rPr>
              <a:t>Sa </a:t>
            </a:r>
            <a:r>
              <a:rPr lang="en-US" dirty="0" err="1">
                <a:latin typeface="Bahnschrift" panose="020B0502040204020203" pitchFamily="34" charset="0"/>
              </a:rPr>
              <a:t>pananaw</a:t>
            </a:r>
            <a:r>
              <a:rPr lang="en-US" dirty="0">
                <a:latin typeface="Bahnschrift" panose="020B0502040204020203" pitchFamily="34" charset="0"/>
              </a:rPr>
              <a:t> ng </a:t>
            </a:r>
            <a:r>
              <a:rPr lang="en-US" dirty="0" err="1">
                <a:latin typeface="Bahnschrift" panose="020B0502040204020203" pitchFamily="34" charset="0"/>
              </a:rPr>
              <a:t>Simbahang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Katolika</a:t>
            </a:r>
            <a:r>
              <a:rPr lang="en-US" dirty="0">
                <a:latin typeface="Bahnschrift" panose="020B0502040204020203" pitchFamily="34" charset="0"/>
              </a:rPr>
              <a:t>, ang </a:t>
            </a:r>
            <a:r>
              <a:rPr lang="en-US" dirty="0" err="1">
                <a:latin typeface="Bahnschrift" panose="020B0502040204020203" pitchFamily="34" charset="0"/>
              </a:rPr>
              <a:t>pagiging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pangunahing</a:t>
            </a:r>
            <a:r>
              <a:rPr lang="en-US" dirty="0">
                <a:latin typeface="Bahnschrift" panose="020B0502040204020203" pitchFamily="34" charset="0"/>
              </a:rPr>
              <a:t> obispo ng Roma O “</a:t>
            </a:r>
            <a:r>
              <a:rPr lang="en-US" b="1" dirty="0">
                <a:latin typeface="Bahnschrift" panose="020B0502040204020203" pitchFamily="34" charset="0"/>
              </a:rPr>
              <a:t>Santo Papa</a:t>
            </a:r>
            <a:r>
              <a:rPr lang="en-US" dirty="0">
                <a:latin typeface="Bahnschrift" panose="020B0502040204020203" pitchFamily="34" charset="0"/>
              </a:rPr>
              <a:t>” ay </a:t>
            </a:r>
            <a:r>
              <a:rPr lang="en-US" dirty="0" err="1">
                <a:latin typeface="Bahnschrift" panose="020B0502040204020203" pitchFamily="34" charset="0"/>
              </a:rPr>
              <a:t>nanggaling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sa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kaniyang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tungkulin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bilang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apostolikong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kahalili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ni</a:t>
            </a:r>
            <a:r>
              <a:rPr lang="en-US" dirty="0">
                <a:latin typeface="Bahnschrift" panose="020B0502040204020203" pitchFamily="34" charset="0"/>
              </a:rPr>
              <a:t> </a:t>
            </a:r>
            <a:r>
              <a:rPr lang="en-US" dirty="0">
                <a:latin typeface="Bahnschrift" panose="020B0502040204020203" pitchFamily="34" charset="0"/>
                <a:hlinkClick r:id="rId6" tooltip="San Pedro"/>
              </a:rPr>
              <a:t>San Pedro</a:t>
            </a:r>
            <a:r>
              <a:rPr lang="en-US" dirty="0">
                <a:latin typeface="Bahnschrift" panose="020B0502040204020203" pitchFamily="34" charset="0"/>
              </a:rPr>
              <a:t>, </a:t>
            </a:r>
            <a:r>
              <a:rPr lang="en-US" dirty="0" err="1">
                <a:latin typeface="Bahnschrift" panose="020B0502040204020203" pitchFamily="34" charset="0"/>
              </a:rPr>
              <a:t>na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pinagkalooban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ni</a:t>
            </a:r>
            <a:r>
              <a:rPr lang="en-US" dirty="0">
                <a:latin typeface="Bahnschrift" panose="020B0502040204020203" pitchFamily="34" charset="0"/>
              </a:rPr>
              <a:t> </a:t>
            </a:r>
            <a:r>
              <a:rPr lang="en-US" dirty="0" err="1">
                <a:latin typeface="Bahnschrift" panose="020B0502040204020203" pitchFamily="34" charset="0"/>
                <a:hlinkClick r:id="rId7" tooltip="Hesus"/>
              </a:rPr>
              <a:t>Hesus</a:t>
            </a:r>
            <a:r>
              <a:rPr lang="en-US" dirty="0">
                <a:latin typeface="Bahnschrift" panose="020B0502040204020203" pitchFamily="34" charset="0"/>
              </a:rPr>
              <a:t> ng </a:t>
            </a:r>
            <a:r>
              <a:rPr lang="en-US" dirty="0" err="1">
                <a:latin typeface="Bahnschrift" panose="020B0502040204020203" pitchFamily="34" charset="0"/>
              </a:rPr>
              <a:t>mga</a:t>
            </a:r>
            <a:r>
              <a:rPr lang="en-US" dirty="0">
                <a:solidFill>
                  <a:srgbClr val="FF0000"/>
                </a:solidFill>
                <a:latin typeface="Bahnschrift" panose="020B0502040204020203" pitchFamily="34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Bahnschrift" panose="020B0502040204020203" pitchFamily="34" charset="0"/>
                <a:hlinkClick r:id="rId8" tooltip="Susi ng Langit (hindi pa naisusulat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Susi ng </a:t>
            </a:r>
            <a:r>
              <a:rPr lang="en-US" dirty="0" err="1">
                <a:solidFill>
                  <a:srgbClr val="FF0000"/>
                </a:solidFill>
                <a:latin typeface="Bahnschrift" panose="020B0502040204020203" pitchFamily="34" charset="0"/>
                <a:hlinkClick r:id="rId8" tooltip="Susi ng Langit (hindi pa naisusulat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Langit</a:t>
            </a:r>
            <a:r>
              <a:rPr lang="en-US" dirty="0">
                <a:latin typeface="Bahnschrift" panose="020B0502040204020203" pitchFamily="34" charset="0"/>
              </a:rPr>
              <a:t> at </a:t>
            </a:r>
            <a:r>
              <a:rPr lang="en-US" dirty="0" err="1">
                <a:latin typeface="Bahnschrift" panose="020B0502040204020203" pitchFamily="34" charset="0"/>
              </a:rPr>
              <a:t>kapangyarihang</a:t>
            </a:r>
            <a:r>
              <a:rPr lang="en-US" dirty="0">
                <a:latin typeface="Bahnschrift" panose="020B0502040204020203" pitchFamily="34" charset="0"/>
              </a:rPr>
              <a:t> “</a:t>
            </a:r>
            <a:r>
              <a:rPr lang="en-US" b="1" dirty="0" err="1">
                <a:latin typeface="Bahnschrift" panose="020B0502040204020203" pitchFamily="34" charset="0"/>
              </a:rPr>
              <a:t>magbuklod</a:t>
            </a:r>
            <a:r>
              <a:rPr lang="en-US" b="1" dirty="0">
                <a:latin typeface="Bahnschrift" panose="020B0502040204020203" pitchFamily="34" charset="0"/>
              </a:rPr>
              <a:t> at </a:t>
            </a:r>
            <a:r>
              <a:rPr lang="en-US" b="1" dirty="0" err="1">
                <a:latin typeface="Bahnschrift" panose="020B0502040204020203" pitchFamily="34" charset="0"/>
              </a:rPr>
              <a:t>magkalag</a:t>
            </a:r>
            <a:r>
              <a:rPr lang="en-US" dirty="0">
                <a:latin typeface="Bahnschrift" panose="020B0502040204020203" pitchFamily="34" charset="0"/>
              </a:rPr>
              <a:t>,” at </a:t>
            </a:r>
            <a:r>
              <a:rPr lang="en-US" dirty="0" err="1">
                <a:latin typeface="Bahnschrift" panose="020B0502040204020203" pitchFamily="34" charset="0"/>
              </a:rPr>
              <a:t>itinuring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na</a:t>
            </a:r>
            <a:r>
              <a:rPr lang="en-US" dirty="0">
                <a:latin typeface="Bahnschrift" panose="020B0502040204020203" pitchFamily="34" charset="0"/>
              </a:rPr>
              <a:t> “</a:t>
            </a:r>
            <a:r>
              <a:rPr lang="en-US" b="1" dirty="0" err="1">
                <a:latin typeface="Bahnschrift" panose="020B0502040204020203" pitchFamily="34" charset="0"/>
              </a:rPr>
              <a:t>bato</a:t>
            </a:r>
            <a:r>
              <a:rPr lang="en-US" dirty="0">
                <a:latin typeface="Bahnschrift" panose="020B0502040204020203" pitchFamily="34" charset="0"/>
              </a:rPr>
              <a:t>” kung </a:t>
            </a:r>
            <a:r>
              <a:rPr lang="en-US" dirty="0" err="1">
                <a:latin typeface="Bahnschrift" panose="020B0502040204020203" pitchFamily="34" charset="0"/>
              </a:rPr>
              <a:t>saan</a:t>
            </a:r>
            <a:r>
              <a:rPr lang="en-US" dirty="0">
                <a:latin typeface="Bahnschrift" panose="020B0502040204020203" pitchFamily="34" charset="0"/>
              </a:rPr>
              <a:t> </a:t>
            </a:r>
            <a:r>
              <a:rPr lang="en-US" dirty="0" err="1">
                <a:latin typeface="Bahnschrift" panose="020B0502040204020203" pitchFamily="34" charset="0"/>
              </a:rPr>
              <a:t>itatayo</a:t>
            </a:r>
            <a:r>
              <a:rPr lang="en-US" dirty="0">
                <a:latin typeface="Bahnschrift" panose="020B0502040204020203" pitchFamily="34" charset="0"/>
              </a:rPr>
              <a:t> ang </a:t>
            </a:r>
            <a:r>
              <a:rPr lang="en-US" dirty="0" err="1">
                <a:latin typeface="Bahnschrift" panose="020B0502040204020203" pitchFamily="34" charset="0"/>
              </a:rPr>
              <a:t>Simbahan</a:t>
            </a:r>
            <a:r>
              <a:rPr lang="en-US" dirty="0">
                <a:latin typeface="Bahnschrift" panose="020B0502040204020203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3160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57BBB9-6DB3-4E85-B488-660542FE5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1565" y="3322224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>
                <a:latin typeface="Arial Rounded MT Bold" panose="020F0704030504030204" pitchFamily="34" charset="0"/>
              </a:rPr>
              <a:t>ANO ANG TAWAG SA TAONG HUMAHALILI KAY SAN PEDRO? </a:t>
            </a:r>
          </a:p>
        </p:txBody>
      </p:sp>
    </p:spTree>
    <p:extLst>
      <p:ext uri="{BB962C8B-B14F-4D97-AF65-F5344CB8AC3E}">
        <p14:creationId xmlns:p14="http://schemas.microsoft.com/office/powerpoint/2010/main" val="122409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3C3BE8-A051-429D-A7E1-309C5403B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9774" y="3070433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>
                <a:latin typeface="Arial Rounded MT Bold" panose="020F0704030504030204" pitchFamily="34" charset="0"/>
              </a:rPr>
              <a:t>ANO ANG IPINAGKALOOB NI HESUS KAY SAN PEDRO?</a:t>
            </a:r>
          </a:p>
        </p:txBody>
      </p:sp>
    </p:spTree>
    <p:extLst>
      <p:ext uri="{BB962C8B-B14F-4D97-AF65-F5344CB8AC3E}">
        <p14:creationId xmlns:p14="http://schemas.microsoft.com/office/powerpoint/2010/main" val="188374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72C5C3-D762-454B-B2F8-97D2686BD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531" y="2421076"/>
            <a:ext cx="9144000" cy="2972559"/>
          </a:xfrm>
        </p:spPr>
        <p:txBody>
          <a:bodyPr>
            <a:noAutofit/>
          </a:bodyPr>
          <a:lstStyle/>
          <a:p>
            <a:r>
              <a:rPr lang="en-US" sz="6500" dirty="0">
                <a:latin typeface="Arial Rounded MT Bold" panose="020F0704030504030204" pitchFamily="34" charset="0"/>
              </a:rPr>
              <a:t>ANG SANTO PAPA AY PINUNO NG  PANDAIGDIGANG S__M_____ K_____KA.</a:t>
            </a:r>
          </a:p>
        </p:txBody>
      </p:sp>
    </p:spTree>
    <p:extLst>
      <p:ext uri="{BB962C8B-B14F-4D97-AF65-F5344CB8AC3E}">
        <p14:creationId xmlns:p14="http://schemas.microsoft.com/office/powerpoint/2010/main" val="98885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B42-1181-46AF-A7CC-D1C991885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8" y="365125"/>
            <a:ext cx="7947992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Pope Leo XIV{</a:t>
            </a:r>
            <a:r>
              <a:rPr lang="en-US" sz="2800" dirty="0" err="1"/>
              <a:t>kasalukuyang</a:t>
            </a:r>
            <a:r>
              <a:rPr lang="en-US" sz="2800" dirty="0"/>
              <a:t> </a:t>
            </a:r>
            <a:r>
              <a:rPr lang="en-US" sz="2800" dirty="0" err="1"/>
              <a:t>santo</a:t>
            </a:r>
            <a:r>
              <a:rPr lang="en-US" sz="2800" dirty="0"/>
              <a:t> papa</a:t>
            </a:r>
            <a:r>
              <a:rPr lang="en-US" dirty="0"/>
              <a:t>}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43841-E521-48E8-AB85-E631B4E5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1836462"/>
            <a:ext cx="8560904" cy="4802187"/>
          </a:xfrm>
        </p:spPr>
        <p:txBody>
          <a:bodyPr>
            <a:normAutofit/>
          </a:bodyPr>
          <a:lstStyle/>
          <a:p>
            <a:r>
              <a:rPr lang="en-US" sz="2800" dirty="0"/>
              <a:t>Si </a:t>
            </a:r>
            <a:r>
              <a:rPr lang="en-US" sz="2800" b="1" dirty="0"/>
              <a:t>Papa Leon XIV</a:t>
            </a:r>
            <a:r>
              <a:rPr lang="en-US" sz="2800" dirty="0"/>
              <a:t> (</a:t>
            </a:r>
            <a:r>
              <a:rPr lang="en-US" sz="2800" dirty="0" err="1"/>
              <a:t>ipinanganak</a:t>
            </a:r>
            <a:r>
              <a:rPr lang="en-US" sz="2800" dirty="0"/>
              <a:t> </a:t>
            </a:r>
            <a:r>
              <a:rPr lang="en-US" sz="2800" dirty="0" err="1"/>
              <a:t>bilang</a:t>
            </a:r>
            <a:r>
              <a:rPr lang="en-US" sz="2800" dirty="0"/>
              <a:t> </a:t>
            </a:r>
            <a:r>
              <a:rPr lang="en-US" sz="2800" b="1" dirty="0"/>
              <a:t>Robert Francis Prevost</a:t>
            </a:r>
            <a:r>
              <a:rPr lang="en-US" sz="2800" dirty="0"/>
              <a:t>; 14 </a:t>
            </a:r>
            <a:r>
              <a:rPr lang="en-US" sz="2800" dirty="0" err="1"/>
              <a:t>Setyembre</a:t>
            </a:r>
            <a:r>
              <a:rPr lang="en-US" sz="2800" dirty="0"/>
              <a:t> 1955), ang </a:t>
            </a:r>
            <a:r>
              <a:rPr lang="en-US" sz="2800" dirty="0" err="1"/>
              <a:t>kasalukuyang</a:t>
            </a:r>
            <a:r>
              <a:rPr lang="en-US" sz="2800" dirty="0"/>
              <a:t> </a:t>
            </a:r>
            <a:r>
              <a:rPr lang="en-US" sz="2800" dirty="0" err="1"/>
              <a:t>pinuno</a:t>
            </a:r>
            <a:r>
              <a:rPr lang="en-US" sz="2800" dirty="0"/>
              <a:t> ng </a:t>
            </a:r>
            <a:r>
              <a:rPr lang="en-US" sz="2800" dirty="0" err="1">
                <a:hlinkClick r:id="rId2" tooltip="Simbahang Katoliko Romano"/>
              </a:rPr>
              <a:t>Simbahang</a:t>
            </a:r>
            <a:r>
              <a:rPr lang="en-US" sz="2800" dirty="0">
                <a:hlinkClick r:id="rId2" tooltip="Simbahang Katoliko Romano"/>
              </a:rPr>
              <a:t> </a:t>
            </a:r>
            <a:r>
              <a:rPr lang="en-US" sz="2800" dirty="0" err="1">
                <a:hlinkClick r:id="rId2" tooltip="Simbahang Katoliko Romano"/>
              </a:rPr>
              <a:t>Katolika</a:t>
            </a:r>
            <a:r>
              <a:rPr lang="en-US" sz="2800" dirty="0"/>
              <a:t> at </a:t>
            </a:r>
            <a:r>
              <a:rPr lang="en-US" sz="2800" dirty="0" err="1"/>
              <a:t>pinuno</a:t>
            </a:r>
            <a:r>
              <a:rPr lang="en-US" sz="2800" dirty="0"/>
              <a:t> ng </a:t>
            </a:r>
            <a:r>
              <a:rPr lang="en-US" sz="2800" dirty="0">
                <a:hlinkClick r:id="rId3" tooltip="Lungsod ng Vaticano"/>
              </a:rPr>
              <a:t>Estado ng </a:t>
            </a:r>
            <a:r>
              <a:rPr lang="en-US" sz="2800" dirty="0" err="1">
                <a:hlinkClick r:id="rId3" tooltip="Lungsod ng Vaticano"/>
              </a:rPr>
              <a:t>Lungsod</a:t>
            </a:r>
            <a:r>
              <a:rPr lang="en-US" sz="2800" dirty="0">
                <a:hlinkClick r:id="rId3" tooltip="Lungsod ng Vaticano"/>
              </a:rPr>
              <a:t> ng </a:t>
            </a:r>
            <a:r>
              <a:rPr lang="en-US" sz="2800" dirty="0" err="1">
                <a:hlinkClick r:id="rId3" tooltip="Lungsod ng Vaticano"/>
              </a:rPr>
              <a:t>Vaticano</a:t>
            </a:r>
            <a:r>
              <a:rPr lang="en-US" sz="2800" dirty="0"/>
              <a:t>. </a:t>
            </a:r>
            <a:r>
              <a:rPr lang="en-US" sz="2800" dirty="0" err="1"/>
              <a:t>Inihalal</a:t>
            </a:r>
            <a:r>
              <a:rPr lang="en-US" sz="2800" dirty="0"/>
              <a:t> </a:t>
            </a:r>
            <a:r>
              <a:rPr lang="en-US" sz="2800" dirty="0" err="1"/>
              <a:t>siya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 </a:t>
            </a:r>
            <a:r>
              <a:rPr lang="en-US" sz="2800" dirty="0" err="1">
                <a:hlinkClick r:id="rId4" tooltip="Kongklabeng Pampapa ng 2025"/>
              </a:rPr>
              <a:t>kongklabeng</a:t>
            </a:r>
            <a:r>
              <a:rPr lang="en-US" sz="2800" dirty="0">
                <a:hlinkClick r:id="rId4" tooltip="Kongklabeng Pampapa ng 2025"/>
              </a:rPr>
              <a:t> </a:t>
            </a:r>
            <a:r>
              <a:rPr lang="en-US" sz="2800" dirty="0" err="1">
                <a:hlinkClick r:id="rId4" tooltip="Kongklabeng Pampapa ng 2025"/>
              </a:rPr>
              <a:t>pampapa</a:t>
            </a:r>
            <a:r>
              <a:rPr lang="en-US" sz="2800" dirty="0">
                <a:hlinkClick r:id="rId4" tooltip="Kongklabeng Pampapa ng 2025"/>
              </a:rPr>
              <a:t> ng 2025</a:t>
            </a:r>
            <a:r>
              <a:rPr lang="en-US" sz="2800" dirty="0"/>
              <a:t> </a:t>
            </a:r>
            <a:r>
              <a:rPr lang="en-US" sz="2800" dirty="0" err="1"/>
              <a:t>noong</a:t>
            </a:r>
            <a:r>
              <a:rPr lang="en-US" sz="2800" dirty="0"/>
              <a:t> 8 Mayo, </a:t>
            </a:r>
            <a:r>
              <a:rPr lang="en-US" sz="2800" dirty="0" err="1"/>
              <a:t>kasunod</a:t>
            </a:r>
            <a:r>
              <a:rPr lang="en-US" sz="2800" dirty="0"/>
              <a:t> ng </a:t>
            </a:r>
            <a:r>
              <a:rPr lang="en-US" sz="2800" dirty="0" err="1">
                <a:hlinkClick r:id="rId5" tooltip="Kamatayan at libing ni Papa Francisco"/>
              </a:rPr>
              <a:t>kamatayan</a:t>
            </a:r>
            <a:r>
              <a:rPr lang="en-US" sz="2800" dirty="0">
                <a:hlinkClick r:id="rId5" tooltip="Kamatayan at libing ni Papa Francisco"/>
              </a:rPr>
              <a:t> at </a:t>
            </a:r>
            <a:r>
              <a:rPr lang="en-US" sz="2800" dirty="0" err="1">
                <a:hlinkClick r:id="rId5" tooltip="Kamatayan at libing ni Papa Francisco"/>
              </a:rPr>
              <a:t>libing</a:t>
            </a:r>
            <a:r>
              <a:rPr lang="en-US" sz="2800" dirty="0">
                <a:hlinkClick r:id="rId5" tooltip="Kamatayan at libing ni Papa Francisco"/>
              </a:rPr>
              <a:t> </a:t>
            </a:r>
            <a:r>
              <a:rPr lang="en-US" sz="2800" dirty="0" err="1">
                <a:hlinkClick r:id="rId5" tooltip="Kamatayan at libing ni Papa Francisco"/>
              </a:rPr>
              <a:t>ni</a:t>
            </a:r>
            <a:r>
              <a:rPr lang="en-US" sz="2800" dirty="0">
                <a:hlinkClick r:id="rId5" tooltip="Kamatayan at libing ni Papa Francisco"/>
              </a:rPr>
              <a:t> Papa Francisco</a:t>
            </a:r>
            <a:r>
              <a:rPr lang="en-US" sz="2800" dirty="0"/>
              <a:t>.</a:t>
            </a:r>
            <a:r>
              <a:rPr lang="en-US" sz="2800" baseline="30000" dirty="0">
                <a:hlinkClick r:id="rId6"/>
              </a:rPr>
              <a:t>[1]</a:t>
            </a:r>
            <a:endParaRPr lang="en-US" sz="2800" dirty="0"/>
          </a:p>
        </p:txBody>
      </p:sp>
      <p:pic>
        <p:nvPicPr>
          <p:cNvPr id="2050" name="Picture 2" descr="Pope Leo XIV - Wikipedia">
            <a:extLst>
              <a:ext uri="{FF2B5EF4-FFF2-40B4-BE49-F238E27FC236}">
                <a16:creationId xmlns:a16="http://schemas.microsoft.com/office/drawing/2014/main" id="{2988FD04-F79E-4344-A259-72429A2AC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3733800" cy="604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05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C5A6B-E28A-4D50-A7C0-0AE7FCCAA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>
                <a:latin typeface="Arial Rounded MT Bold" panose="020F0704030504030204" pitchFamily="34" charset="0"/>
              </a:rPr>
              <a:t>ANO ANG TUNAY AT BUONG PANGALAN NI POPE LEO XIV?</a:t>
            </a:r>
          </a:p>
        </p:txBody>
      </p:sp>
    </p:spTree>
    <p:extLst>
      <p:ext uri="{BB962C8B-B14F-4D97-AF65-F5344CB8AC3E}">
        <p14:creationId xmlns:p14="http://schemas.microsoft.com/office/powerpoint/2010/main" val="277092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C1FB45-559D-4A1A-85F1-97CD3CE3B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539" y="2654852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>
                <a:latin typeface="Arial Rounded MT Bold" panose="020F0704030504030204" pitchFamily="34" charset="0"/>
              </a:rPr>
              <a:t>ANONG PETSA IPINANGANAK SI POPE LEO XIV?</a:t>
            </a:r>
          </a:p>
        </p:txBody>
      </p:sp>
    </p:spTree>
    <p:extLst>
      <p:ext uri="{BB962C8B-B14F-4D97-AF65-F5344CB8AC3E}">
        <p14:creationId xmlns:p14="http://schemas.microsoft.com/office/powerpoint/2010/main" val="328208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48B358-4F5B-495A-B225-B89562E02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1" y="2235200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>
                <a:latin typeface="Arial Rounded MT Bold" panose="020F0704030504030204" pitchFamily="34" charset="0"/>
              </a:rPr>
              <a:t>ANONG PETSA INIHALAL SI POPE LEO XIV?</a:t>
            </a:r>
          </a:p>
        </p:txBody>
      </p:sp>
    </p:spTree>
    <p:extLst>
      <p:ext uri="{BB962C8B-B14F-4D97-AF65-F5344CB8AC3E}">
        <p14:creationId xmlns:p14="http://schemas.microsoft.com/office/powerpoint/2010/main" val="211293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C7E93B-4293-4C52-B691-8307CC1E4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63198"/>
            <a:ext cx="9144000" cy="2387600"/>
          </a:xfrm>
        </p:spPr>
        <p:txBody>
          <a:bodyPr>
            <a:noAutofit/>
          </a:bodyPr>
          <a:lstStyle/>
          <a:p>
            <a:r>
              <a:rPr lang="en-US" sz="6500" dirty="0">
                <a:solidFill>
                  <a:srgbClr val="FF3300"/>
                </a:solidFill>
                <a:highlight>
                  <a:srgbClr val="C0C0C0"/>
                </a:highlight>
              </a:rPr>
              <a:t>TANDAAN ANG BATANG MARUNONG MAGBASA AY MARAMING PAGASA</a:t>
            </a:r>
            <a:r>
              <a:rPr lang="en-US" sz="6500" dirty="0">
                <a:solidFill>
                  <a:srgbClr val="FF33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582563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56C6-62F5-4B2B-BEC5-53C5F2DA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731" y="252522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SALAMAT SA PAKIKINIG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6620-B74C-4250-BECE-23FCAB682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339"/>
            <a:ext cx="10492409" cy="56336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79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6F606B-4D46-4E99-B859-B26C2AFD0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983" y="-1834495"/>
            <a:ext cx="9144000" cy="3324433"/>
          </a:xfrm>
        </p:spPr>
        <p:txBody>
          <a:bodyPr/>
          <a:lstStyle/>
          <a:p>
            <a:r>
              <a:rPr lang="en-US" dirty="0"/>
              <a:t>SAN ANDRES ANG APOSTOL</a:t>
            </a:r>
          </a:p>
        </p:txBody>
      </p:sp>
      <p:pic>
        <p:nvPicPr>
          <p:cNvPr id="1028" name="Picture 4" descr="Apostle Andrew, the Holy and All-Praised First-Called - Orthodox Church in  America">
            <a:extLst>
              <a:ext uri="{FF2B5EF4-FFF2-40B4-BE49-F238E27FC236}">
                <a16:creationId xmlns:a16="http://schemas.microsoft.com/office/drawing/2014/main" id="{72304D04-AAB9-4549-AF7B-5AEEC8603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843" y="1348409"/>
            <a:ext cx="4465983" cy="416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23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056B-E959-4C20-BB63-C0BBE037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558062"/>
            <a:ext cx="9601196" cy="1303867"/>
          </a:xfrm>
        </p:spPr>
        <p:txBody>
          <a:bodyPr/>
          <a:lstStyle/>
          <a:p>
            <a:r>
              <a:rPr lang="en-US" dirty="0"/>
              <a:t>SINO NGA BA SI SAN ANDRES?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CC0619-441E-4551-A72F-19B78A4B6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2" y="1677136"/>
            <a:ext cx="9601196" cy="3318936"/>
          </a:xfrm>
        </p:spPr>
        <p:txBody>
          <a:bodyPr>
            <a:noAutofit/>
          </a:bodyPr>
          <a:lstStyle/>
          <a:p>
            <a:r>
              <a:rPr lang="en-US" altLang="en-US" sz="2600" dirty="0"/>
              <a:t>Ang </a:t>
            </a:r>
            <a:r>
              <a:rPr lang="en-US" altLang="en-US" sz="2600" dirty="0" err="1"/>
              <a:t>pangalang</a:t>
            </a:r>
            <a:r>
              <a:rPr lang="en-US" altLang="en-US" sz="2600" dirty="0"/>
              <a:t> "Andres" </a:t>
            </a:r>
            <a:r>
              <a:rPr lang="en-US" altLang="en-US" sz="2600" dirty="0" err="1"/>
              <a:t>nangangahulugang</a:t>
            </a:r>
            <a:r>
              <a:rPr lang="en-US" altLang="en-US" sz="2600" dirty="0"/>
              <a:t> { </a:t>
            </a:r>
            <a:r>
              <a:rPr lang="en-US" altLang="en-US" sz="2600" b="1" dirty="0" err="1"/>
              <a:t>lalaki</a:t>
            </a:r>
            <a:r>
              <a:rPr lang="en-US" altLang="en-US" sz="2600" b="1" dirty="0"/>
              <a:t>, </a:t>
            </a:r>
            <a:r>
              <a:rPr lang="en-US" altLang="en-US" sz="2600" b="1" dirty="0" err="1"/>
              <a:t>matapang</a:t>
            </a:r>
            <a:r>
              <a:rPr lang="en-US" altLang="en-US" sz="2600" dirty="0"/>
              <a:t>,}</a:t>
            </a:r>
            <a:r>
              <a:rPr lang="en-US" altLang="en-US" sz="2600" dirty="0" err="1"/>
              <a:t>mula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Sinaunang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Griyego.Si</a:t>
            </a:r>
            <a:r>
              <a:rPr lang="en-US" altLang="en-US" sz="2600" dirty="0"/>
              <a:t> Andres </a:t>
            </a:r>
            <a:r>
              <a:rPr lang="en-US" altLang="en-US" sz="2600" dirty="0" err="1"/>
              <a:t>na</a:t>
            </a:r>
            <a:r>
              <a:rPr lang="en-US" altLang="en-US" sz="2600" dirty="0"/>
              <a:t> Apostol </a:t>
            </a:r>
            <a:r>
              <a:rPr lang="en-US" altLang="en-US" sz="2600" dirty="0" err="1"/>
              <a:t>na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isinilang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isang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pamilyang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Hudyo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sa</a:t>
            </a:r>
            <a:r>
              <a:rPr lang="en-US" altLang="en-US" sz="2600" dirty="0"/>
              <a:t> </a:t>
            </a:r>
            <a:r>
              <a:rPr lang="en-US" altLang="en-US" sz="2600" b="1" dirty="0"/>
              <a:t>Bethsaida  </a:t>
            </a:r>
            <a:r>
              <a:rPr lang="en-US" altLang="en-US" sz="2600" b="1" dirty="0" err="1"/>
              <a:t>sa</a:t>
            </a:r>
            <a:r>
              <a:rPr lang="en-US" altLang="en-US" sz="2600" b="1" dirty="0"/>
              <a:t> </a:t>
            </a:r>
            <a:r>
              <a:rPr lang="en-US" altLang="en-US" sz="2600" b="1" dirty="0" err="1"/>
              <a:t>Galilea</a:t>
            </a:r>
            <a:r>
              <a:rPr lang="en-US" altLang="en-US" sz="2600" dirty="0" err="1"/>
              <a:t>,Ang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bagong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tipan</a:t>
            </a:r>
            <a:r>
              <a:rPr lang="en-US" altLang="en-US" sz="2600" dirty="0"/>
              <a:t> ay </a:t>
            </a:r>
            <a:r>
              <a:rPr lang="en-US" altLang="en-US" sz="2600" dirty="0" err="1"/>
              <a:t>nagsasaad</a:t>
            </a:r>
            <a:r>
              <a:rPr lang="en-US" altLang="en-US" sz="2600" dirty="0"/>
              <a:t> </a:t>
            </a:r>
            <a:r>
              <a:rPr lang="en-US" altLang="en-US" sz="2600" dirty="0" err="1"/>
              <a:t>na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si</a:t>
            </a:r>
            <a:r>
              <a:rPr lang="en-US" altLang="en-US" sz="2600" dirty="0"/>
              <a:t> Andres ay </a:t>
            </a:r>
            <a:r>
              <a:rPr lang="en-US" altLang="en-US" sz="2600" b="1" dirty="0" err="1"/>
              <a:t>kapatid</a:t>
            </a:r>
            <a:r>
              <a:rPr lang="en-US" altLang="en-US" sz="2600" b="1" dirty="0"/>
              <a:t> </a:t>
            </a:r>
            <a:r>
              <a:rPr lang="en-US" altLang="en-US" sz="2600" b="1" dirty="0" err="1"/>
              <a:t>ni</a:t>
            </a:r>
            <a:r>
              <a:rPr lang="en-US" altLang="en-US" sz="2600" b="1" dirty="0"/>
              <a:t> Simon Pedro </a:t>
            </a:r>
            <a:r>
              <a:rPr lang="en-US" altLang="en-US" sz="2600" dirty="0" err="1"/>
              <a:t>gayunding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isang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anak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ni</a:t>
            </a:r>
            <a:r>
              <a:rPr lang="en-US" altLang="en-US" sz="2600" dirty="0"/>
              <a:t> Jonas.</a:t>
            </a:r>
            <a:r>
              <a:rPr lang="en-US" sz="2600" dirty="0"/>
              <a:t> “</a:t>
            </a:r>
            <a:r>
              <a:rPr lang="en-US" sz="2600" dirty="0" err="1"/>
              <a:t>Masdan</a:t>
            </a:r>
            <a:r>
              <a:rPr lang="en-US" sz="2600" dirty="0"/>
              <a:t> ang </a:t>
            </a:r>
            <a:r>
              <a:rPr lang="en-US" sz="2600" dirty="0" err="1"/>
              <a:t>Kordero</a:t>
            </a:r>
            <a:r>
              <a:rPr lang="en-US" sz="2600" dirty="0"/>
              <a:t> ng </a:t>
            </a:r>
            <a:r>
              <a:rPr lang="en-US" sz="2600" dirty="0" err="1"/>
              <a:t>Diyos</a:t>
            </a:r>
            <a:r>
              <a:rPr lang="en-US" sz="2600" dirty="0"/>
              <a:t>,” </a:t>
            </a:r>
            <a:r>
              <a:rPr lang="en-US" sz="2600" dirty="0" err="1"/>
              <a:t>ito</a:t>
            </a:r>
            <a:r>
              <a:rPr lang="en-US" sz="2600" dirty="0"/>
              <a:t> ang </a:t>
            </a:r>
            <a:r>
              <a:rPr lang="en-US" sz="2600" dirty="0" err="1"/>
              <a:t>mga</a:t>
            </a:r>
            <a:r>
              <a:rPr lang="en-US" sz="2600" dirty="0"/>
              <a:t> </a:t>
            </a:r>
            <a:r>
              <a:rPr lang="en-US" sz="2600" dirty="0" err="1"/>
              <a:t>salitang</a:t>
            </a:r>
            <a:r>
              <a:rPr lang="en-US" sz="2600" dirty="0"/>
              <a:t> </a:t>
            </a:r>
            <a:r>
              <a:rPr lang="en-US" sz="2600" dirty="0" err="1"/>
              <a:t>nagpabago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buhay</a:t>
            </a:r>
            <a:r>
              <a:rPr lang="en-US" sz="2600" dirty="0"/>
              <a:t> </a:t>
            </a:r>
            <a:r>
              <a:rPr lang="en-US" sz="2600" dirty="0" err="1"/>
              <a:t>ni</a:t>
            </a:r>
            <a:r>
              <a:rPr lang="en-US" sz="2600" dirty="0"/>
              <a:t> San Andres. Si Juan, ang </a:t>
            </a:r>
            <a:r>
              <a:rPr lang="en-US" sz="2600" dirty="0" err="1"/>
              <a:t>Tagapagbinyag</a:t>
            </a:r>
            <a:r>
              <a:rPr lang="en-US" sz="2600" dirty="0"/>
              <a:t>, ang </a:t>
            </a:r>
            <a:r>
              <a:rPr lang="en-US" sz="2600" dirty="0" err="1"/>
              <a:t>nagwika</a:t>
            </a:r>
            <a:r>
              <a:rPr lang="en-US" sz="2600" dirty="0"/>
              <a:t> </a:t>
            </a:r>
            <a:r>
              <a:rPr lang="en-US" sz="2600" dirty="0" err="1"/>
              <a:t>nito</a:t>
            </a:r>
            <a:r>
              <a:rPr lang="en-US" sz="2600" dirty="0"/>
              <a:t> </a:t>
            </a:r>
            <a:r>
              <a:rPr lang="en-US" sz="2600" dirty="0" err="1"/>
              <a:t>nang</a:t>
            </a:r>
            <a:r>
              <a:rPr lang="en-US" sz="2600" dirty="0"/>
              <a:t> </a:t>
            </a:r>
            <a:r>
              <a:rPr lang="en-US" sz="2600" dirty="0" err="1"/>
              <a:t>ituro</a:t>
            </a:r>
            <a:r>
              <a:rPr lang="en-US" sz="2600" dirty="0"/>
              <a:t> </a:t>
            </a:r>
            <a:r>
              <a:rPr lang="en-US" sz="2600" dirty="0" err="1"/>
              <a:t>niya</a:t>
            </a:r>
            <a:r>
              <a:rPr lang="en-US" sz="2600" dirty="0"/>
              <a:t> kay San Andres at </a:t>
            </a:r>
            <a:r>
              <a:rPr lang="en-US" sz="2600" dirty="0" err="1"/>
              <a:t>mga</a:t>
            </a:r>
            <a:r>
              <a:rPr lang="en-US" sz="2600" dirty="0"/>
              <a:t> </a:t>
            </a:r>
            <a:r>
              <a:rPr lang="en-US" sz="2600" dirty="0" err="1"/>
              <a:t>kasamahan</a:t>
            </a:r>
            <a:r>
              <a:rPr lang="en-US" sz="2600" dirty="0"/>
              <a:t> </a:t>
            </a:r>
            <a:r>
              <a:rPr lang="en-US" sz="2600" dirty="0" err="1"/>
              <a:t>nito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</a:t>
            </a:r>
            <a:r>
              <a:rPr lang="en-US" sz="2600" dirty="0" err="1"/>
              <a:t>Kristo</a:t>
            </a:r>
            <a:r>
              <a:rPr lang="en-US" sz="2600" dirty="0"/>
              <a:t> </a:t>
            </a:r>
            <a:r>
              <a:rPr lang="en-US" sz="2600" dirty="0" err="1"/>
              <a:t>na</a:t>
            </a:r>
            <a:r>
              <a:rPr lang="en-US" sz="2600" dirty="0"/>
              <a:t> </a:t>
            </a:r>
            <a:r>
              <a:rPr lang="en-US" sz="2600" dirty="0" err="1"/>
              <a:t>ating</a:t>
            </a:r>
            <a:r>
              <a:rPr lang="en-US" sz="2600" dirty="0"/>
              <a:t> </a:t>
            </a:r>
            <a:r>
              <a:rPr lang="en-US" sz="2600" dirty="0" err="1"/>
              <a:t>Tagapagligtas</a:t>
            </a:r>
            <a:r>
              <a:rPr lang="en-US" sz="2600" dirty="0"/>
              <a:t>. </a:t>
            </a:r>
            <a:r>
              <a:rPr lang="en-US" sz="2600" dirty="0" err="1"/>
              <a:t>Mabilis</a:t>
            </a:r>
            <a:r>
              <a:rPr lang="en-US" sz="2600" dirty="0"/>
              <a:t> </a:t>
            </a:r>
            <a:r>
              <a:rPr lang="en-US" sz="2600" dirty="0" err="1"/>
              <a:t>na</a:t>
            </a:r>
            <a:r>
              <a:rPr lang="en-US" sz="2600" dirty="0"/>
              <a:t> </a:t>
            </a:r>
            <a:r>
              <a:rPr lang="en-US" sz="2600" dirty="0" err="1"/>
              <a:t>tumalima</a:t>
            </a:r>
            <a:r>
              <a:rPr lang="en-US" sz="2600" dirty="0"/>
              <a:t> </a:t>
            </a:r>
            <a:r>
              <a:rPr lang="en-US" sz="2600" dirty="0" err="1"/>
              <a:t>si</a:t>
            </a:r>
            <a:r>
              <a:rPr lang="en-US" sz="2600" dirty="0"/>
              <a:t> San Andres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ating</a:t>
            </a:r>
            <a:r>
              <a:rPr lang="en-US" sz="2600" dirty="0"/>
              <a:t> </a:t>
            </a:r>
            <a:r>
              <a:rPr lang="en-US" sz="2600" dirty="0" err="1"/>
              <a:t>Panginoong</a:t>
            </a:r>
            <a:r>
              <a:rPr lang="en-US" sz="2600" dirty="0"/>
              <a:t> </a:t>
            </a:r>
            <a:r>
              <a:rPr lang="en-US" sz="2600" dirty="0" err="1"/>
              <a:t>Hesukristo</a:t>
            </a:r>
            <a:r>
              <a:rPr lang="en-US" sz="2600" dirty="0"/>
              <a:t> </a:t>
            </a:r>
            <a:r>
              <a:rPr lang="en-US" sz="2600" dirty="0" err="1"/>
              <a:t>kahit</a:t>
            </a:r>
            <a:r>
              <a:rPr lang="en-US" sz="2600" dirty="0"/>
              <a:t> pa </a:t>
            </a:r>
            <a:r>
              <a:rPr lang="en-US" sz="2600" dirty="0" err="1"/>
              <a:t>bago</a:t>
            </a:r>
            <a:r>
              <a:rPr lang="en-US" sz="2600" dirty="0"/>
              <a:t> pa </a:t>
            </a:r>
            <a:r>
              <a:rPr lang="en-US" sz="2600" dirty="0" err="1"/>
              <a:t>lamang</a:t>
            </a:r>
            <a:r>
              <a:rPr lang="en-US" sz="2600" dirty="0"/>
              <a:t> </a:t>
            </a:r>
            <a:r>
              <a:rPr lang="en-US" sz="2600" dirty="0" err="1"/>
              <a:t>Siya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en-US" sz="2600" dirty="0"/>
              <a:t> </a:t>
            </a:r>
            <a:r>
              <a:rPr lang="en-US" sz="2600" dirty="0" err="1"/>
              <a:t>kanyang</a:t>
            </a:r>
            <a:r>
              <a:rPr lang="en-US" sz="2600" dirty="0"/>
              <a:t> </a:t>
            </a:r>
            <a:r>
              <a:rPr lang="en-US" sz="2600" dirty="0" err="1"/>
              <a:t>paningin</a:t>
            </a:r>
            <a:r>
              <a:rPr lang="en-US" sz="2600" dirty="0"/>
              <a:t>.  Si San Andres ang </a:t>
            </a:r>
            <a:r>
              <a:rPr lang="en-US" sz="2600" dirty="0" err="1"/>
              <a:t>kauna-unahang</a:t>
            </a:r>
            <a:r>
              <a:rPr lang="en-US" sz="2600" dirty="0"/>
              <a:t> </a:t>
            </a:r>
            <a:r>
              <a:rPr lang="en-US" sz="2600" dirty="0" err="1"/>
              <a:t>apostol</a:t>
            </a:r>
            <a:r>
              <a:rPr lang="en-US" sz="2600" dirty="0"/>
              <a:t> </a:t>
            </a:r>
            <a:r>
              <a:rPr lang="en-US" sz="2600" dirty="0" err="1"/>
              <a:t>na</a:t>
            </a:r>
            <a:r>
              <a:rPr lang="en-US" sz="2600" dirty="0"/>
              <a:t> </a:t>
            </a:r>
            <a:r>
              <a:rPr lang="en-US" sz="2600" dirty="0" err="1"/>
              <a:t>nakatagpo</a:t>
            </a:r>
            <a:r>
              <a:rPr lang="en-US" sz="2600" dirty="0"/>
              <a:t> kay </a:t>
            </a:r>
            <a:r>
              <a:rPr lang="en-US" sz="2600" dirty="0" err="1"/>
              <a:t>Hesus</a:t>
            </a:r>
            <a:r>
              <a:rPr lang="en-US" sz="2600" dirty="0"/>
              <a:t>.</a:t>
            </a:r>
            <a:br>
              <a:rPr lang="en-US" sz="2600" dirty="0"/>
            </a:br>
            <a:br>
              <a:rPr lang="en-US" sz="2600" dirty="0"/>
            </a:br>
            <a:endParaRPr lang="en-US" altLang="en-US" sz="26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D0C2C6A-1B2F-4825-8AC8-23391700F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9D3C160-2644-4D35-B0EB-1831C3EAE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368DDEF-DB9F-45E6-A423-8A1621F74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37252" y="0"/>
            <a:ext cx="65" cy="27699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E2B789F4-FCBA-4642-82ED-92B4A4D9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645"/>
            <a:ext cx="128240" cy="2879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,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54906C2B-E875-49B1-ADCF-E12A02BF9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77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498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75FD-C414-4847-B573-AEFB3E97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12" y="0"/>
            <a:ext cx="10515600" cy="1325563"/>
          </a:xfrm>
        </p:spPr>
        <p:txBody>
          <a:bodyPr/>
          <a:lstStyle/>
          <a:p>
            <a:r>
              <a:rPr lang="en-US" dirty="0"/>
              <a:t>MGA TANONG: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80BDD-C48C-4304-A1EF-E3D8C09B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519" y="884841"/>
            <a:ext cx="10515600" cy="4351338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1. ANO ANG KAHULUGAN NG PANGALANG ANDRES?  </a:t>
            </a:r>
          </a:p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2.   SINO ANG KAPATID NI SAN ANDRES?</a:t>
            </a:r>
          </a:p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3.SAAN IPINANGAK SI SAN ANDRES?                   </a:t>
            </a:r>
            <a:r>
              <a:rPr lang="en-US" sz="6000" dirty="0"/>
              <a:t>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287403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C803-5D8A-4C4B-8A18-7C129739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ANG PAGKAMATAY NI SAN ANDRES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526A-76AB-41D6-8DA3-83755DD0A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Marapat</a:t>
            </a:r>
            <a:r>
              <a:rPr lang="en-US" dirty="0"/>
              <a:t> </a:t>
            </a:r>
            <a:r>
              <a:rPr lang="en-US" dirty="0" err="1"/>
              <a:t>lang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ipinagdiwang</a:t>
            </a:r>
            <a:r>
              <a:rPr lang="en-US" dirty="0"/>
              <a:t> </a:t>
            </a:r>
            <a:r>
              <a:rPr lang="en-US" dirty="0" err="1"/>
              <a:t>natin</a:t>
            </a:r>
            <a:r>
              <a:rPr lang="en-US" dirty="0"/>
              <a:t> ang </a:t>
            </a:r>
            <a:r>
              <a:rPr lang="en-US" dirty="0" err="1"/>
              <a:t>pagkamartir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San Andres. Ang </a:t>
            </a:r>
            <a:r>
              <a:rPr lang="en-US" dirty="0" err="1"/>
              <a:t>kanyang</a:t>
            </a:r>
            <a:r>
              <a:rPr lang="en-US" dirty="0"/>
              <a:t> </a:t>
            </a:r>
            <a:r>
              <a:rPr lang="en-US" dirty="0" err="1"/>
              <a:t>mga</a:t>
            </a:r>
            <a:r>
              <a:rPr lang="en-US" dirty="0"/>
              <a:t> </a:t>
            </a:r>
            <a:r>
              <a:rPr lang="en-US" dirty="0" err="1"/>
              <a:t>huling</a:t>
            </a:r>
            <a:r>
              <a:rPr lang="en-US" dirty="0"/>
              <a:t> </a:t>
            </a:r>
            <a:r>
              <a:rPr lang="en-US" dirty="0" err="1"/>
              <a:t>sandali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mundo</a:t>
            </a:r>
            <a:r>
              <a:rPr lang="en-US" dirty="0"/>
              <a:t> ay </a:t>
            </a:r>
            <a:r>
              <a:rPr lang="en-US" dirty="0" err="1"/>
              <a:t>buod</a:t>
            </a:r>
            <a:r>
              <a:rPr lang="en-US" dirty="0"/>
              <a:t> ng </a:t>
            </a:r>
            <a:r>
              <a:rPr lang="en-US" dirty="0" err="1"/>
              <a:t>katapatan</a:t>
            </a:r>
            <a:r>
              <a:rPr lang="en-US" dirty="0"/>
              <a:t> </a:t>
            </a:r>
            <a:r>
              <a:rPr lang="en-US" dirty="0" err="1"/>
              <a:t>niya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ating</a:t>
            </a:r>
            <a:r>
              <a:rPr lang="en-US" dirty="0"/>
              <a:t> </a:t>
            </a:r>
            <a:r>
              <a:rPr lang="en-US" dirty="0" err="1"/>
              <a:t>Panginoong</a:t>
            </a:r>
            <a:r>
              <a:rPr lang="en-US" dirty="0"/>
              <a:t> </a:t>
            </a:r>
            <a:r>
              <a:rPr lang="en-US" dirty="0" err="1"/>
              <a:t>Hesukristo</a:t>
            </a:r>
            <a:r>
              <a:rPr lang="en-US" dirty="0"/>
              <a:t>. </a:t>
            </a:r>
            <a:r>
              <a:rPr lang="en-US" dirty="0" err="1"/>
              <a:t>Bago</a:t>
            </a:r>
            <a:r>
              <a:rPr lang="en-US" dirty="0"/>
              <a:t> </a:t>
            </a:r>
            <a:r>
              <a:rPr lang="en-US" dirty="0" err="1"/>
              <a:t>siya</a:t>
            </a:r>
            <a:r>
              <a:rPr lang="en-US" dirty="0"/>
              <a:t> </a:t>
            </a:r>
            <a:r>
              <a:rPr lang="en-US" dirty="0" err="1"/>
              <a:t>ipinako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b="1" dirty="0" err="1"/>
              <a:t>Krus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hugis</a:t>
            </a:r>
            <a:r>
              <a:rPr lang="en-US" b="1" dirty="0"/>
              <a:t> </a:t>
            </a:r>
            <a:r>
              <a:rPr lang="en-US" b="1" dirty="0" err="1"/>
              <a:t>ekis</a:t>
            </a:r>
            <a:r>
              <a:rPr lang="en-US" b="1" dirty="0"/>
              <a:t> </a:t>
            </a:r>
            <a:r>
              <a:rPr lang="en-US" dirty="0"/>
              <a:t>ay </a:t>
            </a:r>
            <a:r>
              <a:rPr lang="en-US" dirty="0" err="1"/>
              <a:t>binitawan</a:t>
            </a:r>
            <a:r>
              <a:rPr lang="en-US" dirty="0"/>
              <a:t> </a:t>
            </a:r>
            <a:r>
              <a:rPr lang="en-US" dirty="0" err="1"/>
              <a:t>niya</a:t>
            </a:r>
            <a:r>
              <a:rPr lang="en-US" dirty="0"/>
              <a:t> ang </a:t>
            </a:r>
            <a:r>
              <a:rPr lang="en-US" dirty="0" err="1"/>
              <a:t>mga</a:t>
            </a:r>
            <a:r>
              <a:rPr lang="en-US" dirty="0"/>
              <a:t> </a:t>
            </a:r>
            <a:r>
              <a:rPr lang="en-US" dirty="0" err="1"/>
              <a:t>salitang</a:t>
            </a:r>
            <a:r>
              <a:rPr lang="en-US" dirty="0"/>
              <a:t>, “</a:t>
            </a:r>
            <a:r>
              <a:rPr lang="en-US" dirty="0" err="1"/>
              <a:t>Mabuting</a:t>
            </a:r>
            <a:r>
              <a:rPr lang="en-US" dirty="0"/>
              <a:t> </a:t>
            </a:r>
            <a:r>
              <a:rPr lang="en-US" dirty="0" err="1"/>
              <a:t>Krus</a:t>
            </a:r>
            <a:r>
              <a:rPr lang="en-US" dirty="0"/>
              <a:t>, </a:t>
            </a:r>
            <a:r>
              <a:rPr lang="en-US" dirty="0" err="1"/>
              <a:t>matagal</a:t>
            </a:r>
            <a:r>
              <a:rPr lang="en-US" dirty="0"/>
              <a:t> </a:t>
            </a:r>
            <a:r>
              <a:rPr lang="en-US" dirty="0" err="1"/>
              <a:t>nang</a:t>
            </a:r>
            <a:r>
              <a:rPr lang="en-US" dirty="0"/>
              <a:t> </a:t>
            </a:r>
            <a:r>
              <a:rPr lang="en-US" dirty="0" err="1"/>
              <a:t>ninanais</a:t>
            </a:r>
            <a:r>
              <a:rPr lang="en-US" dirty="0"/>
              <a:t>, </a:t>
            </a:r>
            <a:r>
              <a:rPr lang="en-US" dirty="0" err="1"/>
              <a:t>minahal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at </a:t>
            </a:r>
            <a:r>
              <a:rPr lang="en-US" dirty="0" err="1"/>
              <a:t>ninais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yakapin</a:t>
            </a:r>
            <a:r>
              <a:rPr lang="en-US" dirty="0"/>
              <a:t> ka. </a:t>
            </a:r>
            <a:r>
              <a:rPr lang="en-US" dirty="0" err="1"/>
              <a:t>Tanggapin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at </a:t>
            </a:r>
            <a:r>
              <a:rPr lang="en-US" dirty="0" err="1"/>
              <a:t>dalhin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aking</a:t>
            </a:r>
            <a:r>
              <a:rPr lang="en-US" dirty="0"/>
              <a:t> </a:t>
            </a:r>
            <a:r>
              <a:rPr lang="en-US" dirty="0" err="1"/>
              <a:t>Panginoon</a:t>
            </a:r>
            <a:r>
              <a:rPr lang="en-US" dirty="0"/>
              <a:t>”.</a:t>
            </a:r>
          </a:p>
          <a:p>
            <a:r>
              <a:rPr lang="en-US" dirty="0"/>
              <a:t>TANDAAN: Si San Andres ay </a:t>
            </a:r>
            <a:r>
              <a:rPr lang="en-US" b="1" dirty="0"/>
              <a:t>Ang Apostol </a:t>
            </a:r>
            <a:r>
              <a:rPr lang="en-US" b="1" dirty="0" err="1"/>
              <a:t>na</a:t>
            </a:r>
            <a:r>
              <a:rPr lang="en-US" b="1" dirty="0"/>
              <a:t> Unang </a:t>
            </a:r>
            <a:r>
              <a:rPr lang="en-US" b="1" dirty="0" err="1"/>
              <a:t>Nakatagpo</a:t>
            </a:r>
            <a:r>
              <a:rPr lang="en-US" b="1" dirty="0"/>
              <a:t> kay </a:t>
            </a:r>
            <a:r>
              <a:rPr lang="en-US" b="1" dirty="0" err="1"/>
              <a:t>Kristo</a:t>
            </a:r>
            <a:r>
              <a:rPr lang="en-US" b="1" dirty="0"/>
              <a:t> at </a:t>
            </a:r>
            <a:r>
              <a:rPr lang="en-US" b="1" dirty="0" err="1"/>
              <a:t>siya</a:t>
            </a:r>
            <a:r>
              <a:rPr lang="en-US" b="1" dirty="0"/>
              <a:t> ang patron ng </a:t>
            </a:r>
            <a:r>
              <a:rPr lang="en-US" b="1" dirty="0" err="1"/>
              <a:t>mga</a:t>
            </a:r>
            <a:r>
              <a:rPr lang="en-US" b="1" dirty="0"/>
              <a:t> </a:t>
            </a:r>
            <a:r>
              <a:rPr lang="en-US" b="1" dirty="0" err="1"/>
              <a:t>mangingisda</a:t>
            </a:r>
            <a:r>
              <a:rPr lang="en-US" b="1" dirty="0"/>
              <a:t> at </a:t>
            </a:r>
            <a:r>
              <a:rPr lang="en-US" b="1" dirty="0" err="1"/>
              <a:t>mga</a:t>
            </a:r>
            <a:r>
              <a:rPr lang="en-US" b="1" dirty="0"/>
              <a:t> </a:t>
            </a:r>
            <a:r>
              <a:rPr lang="en-US" b="1" dirty="0" err="1"/>
              <a:t>mangaawit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5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B3EC-2CE6-4A30-BEDE-C19FD252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TANONG: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CC845-15A0-4570-A6F1-A98E5649C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AutoNum type="arabicPeriod"/>
            </a:pPr>
            <a:r>
              <a:rPr lang="en-US" sz="8000" dirty="0" err="1"/>
              <a:t>Saan</a:t>
            </a:r>
            <a:r>
              <a:rPr lang="en-US" sz="8000" dirty="0"/>
              <a:t> </a:t>
            </a:r>
            <a:r>
              <a:rPr lang="en-US" sz="8000" dirty="0" err="1"/>
              <a:t>ipinako</a:t>
            </a:r>
            <a:r>
              <a:rPr lang="en-US" sz="8000" dirty="0"/>
              <a:t> </a:t>
            </a:r>
            <a:r>
              <a:rPr lang="en-US" sz="8000" dirty="0" err="1"/>
              <a:t>si</a:t>
            </a:r>
            <a:r>
              <a:rPr lang="en-US" sz="8000" dirty="0"/>
              <a:t> San Andres?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40606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1C2B-8002-47A0-83C5-624B54E9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TANONG: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1B84C-070C-4885-AB88-C70EA1129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Sino ang </a:t>
            </a:r>
            <a:r>
              <a:rPr lang="en-US" sz="8000" dirty="0" err="1"/>
              <a:t>unang</a:t>
            </a:r>
            <a:r>
              <a:rPr lang="en-US" sz="8000" dirty="0"/>
              <a:t> </a:t>
            </a:r>
            <a:r>
              <a:rPr lang="en-US" sz="8000" dirty="0" err="1"/>
              <a:t>nakatagpo</a:t>
            </a:r>
            <a:r>
              <a:rPr lang="en-US" sz="8000" dirty="0"/>
              <a:t> kay </a:t>
            </a:r>
            <a:r>
              <a:rPr lang="en-US" sz="8000" dirty="0" err="1"/>
              <a:t>Hesus</a:t>
            </a:r>
            <a:r>
              <a:rPr lang="en-US" sz="8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2484303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6FA5-E166-4227-9FCE-6C226FFC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TANONG: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77442-A4A3-46D7-872F-AC020D469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8000" dirty="0"/>
              <a:t>Si San Andres ay patron ng _______da at _______wit.</a:t>
            </a:r>
          </a:p>
        </p:txBody>
      </p:sp>
    </p:spTree>
    <p:extLst>
      <p:ext uri="{BB962C8B-B14F-4D97-AF65-F5344CB8AC3E}">
        <p14:creationId xmlns:p14="http://schemas.microsoft.com/office/powerpoint/2010/main" val="317111835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4916DB-060C-4AD6-BBAF-4E03BA11A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044" y="2766218"/>
            <a:ext cx="10515600" cy="1325563"/>
          </a:xfrm>
        </p:spPr>
        <p:txBody>
          <a:bodyPr>
            <a:noAutofit/>
          </a:bodyPr>
          <a:lstStyle/>
          <a:p>
            <a:r>
              <a:rPr lang="en-US" sz="8000" dirty="0"/>
              <a:t>PANGWAKAS NA PANALANGIN.</a:t>
            </a:r>
          </a:p>
        </p:txBody>
      </p:sp>
    </p:spTree>
    <p:extLst>
      <p:ext uri="{BB962C8B-B14F-4D97-AF65-F5344CB8AC3E}">
        <p14:creationId xmlns:p14="http://schemas.microsoft.com/office/powerpoint/2010/main" val="19443812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1236</TotalTime>
  <Words>696</Words>
  <Application>Microsoft Office PowerPoint</Application>
  <PresentationFormat>Widescreen</PresentationFormat>
  <Paragraphs>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Rounded MT Bold</vt:lpstr>
      <vt:lpstr>Bahnschrift</vt:lpstr>
      <vt:lpstr>Garamond</vt:lpstr>
      <vt:lpstr>inherit</vt:lpstr>
      <vt:lpstr>Organic</vt:lpstr>
      <vt:lpstr>Si San Pedro o Simon Pedro</vt:lpstr>
      <vt:lpstr>SINO NGA BA SI SAN PEDRO?</vt:lpstr>
      <vt:lpstr>GAYA NI SAN PEDRO MAYROONG 267 TOTAL NA NAGING SANTO PAPA</vt:lpstr>
      <vt:lpstr>ANO ANG TAWAG SA TAONG HUMAHALILI KAY SAN PEDRO? </vt:lpstr>
      <vt:lpstr>ANO ANG IPINAGKALOOB NI HESUS KAY SAN PEDRO?</vt:lpstr>
      <vt:lpstr>ANG SANTO PAPA AY PINUNO NG  PANDAIGDIGANG S__M_____ K_____KA.</vt:lpstr>
      <vt:lpstr>Pope Leo XIV{kasalukuyang santo papa} </vt:lpstr>
      <vt:lpstr>ANO ANG TUNAY AT BUONG PANGALAN NI POPE LEO XIV?</vt:lpstr>
      <vt:lpstr>ANONG PETSA IPINANGANAK SI POPE LEO XIV?</vt:lpstr>
      <vt:lpstr>ANONG PETSA INIHALAL SI POPE LEO XIV?</vt:lpstr>
      <vt:lpstr>TANDAAN ANG BATANG MARUNONG MAGBASA AY MARAMING PAGASA </vt:lpstr>
      <vt:lpstr>SALAMAT SA PAKIKINIG </vt:lpstr>
      <vt:lpstr>SAN ANDRES ANG APOSTOL</vt:lpstr>
      <vt:lpstr>SINO NGA BA SI SAN ANDRES?</vt:lpstr>
      <vt:lpstr>MGA TANONG:</vt:lpstr>
      <vt:lpstr>ANG PAGKAMATAY NI SAN ANDRES</vt:lpstr>
      <vt:lpstr>TANONG:</vt:lpstr>
      <vt:lpstr>TANONG:</vt:lpstr>
      <vt:lpstr>TANONG:</vt:lpstr>
      <vt:lpstr>PANGWAKAS NA PANALANGIN.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 San Pedro o Simon Pedro</dc:title>
  <dc:creator>Pregz</dc:creator>
  <cp:lastModifiedBy>Pregz</cp:lastModifiedBy>
  <cp:revision>24</cp:revision>
  <dcterms:created xsi:type="dcterms:W3CDTF">2025-05-17T06:26:55Z</dcterms:created>
  <dcterms:modified xsi:type="dcterms:W3CDTF">2025-05-18T03:12:56Z</dcterms:modified>
</cp:coreProperties>
</file>